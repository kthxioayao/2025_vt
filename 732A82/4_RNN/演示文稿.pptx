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1"/>
  </p:notesMasterIdLst>
  <p:sldIdLst>
    <p:sldId id="256" r:id="rId2"/>
    <p:sldId id="258" r:id="rId3"/>
    <p:sldId id="263" r:id="rId4"/>
    <p:sldId id="259" r:id="rId5"/>
    <p:sldId id="262" r:id="rId6"/>
    <p:sldId id="260" r:id="rId7"/>
    <p:sldId id="261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08E3C2E-65CA-4340-9C8B-7F5996B4391E}">
          <p14:sldIdLst>
            <p14:sldId id="256"/>
            <p14:sldId id="258"/>
            <p14:sldId id="263"/>
            <p14:sldId id="259"/>
            <p14:sldId id="262"/>
            <p14:sldId id="260"/>
            <p14:sldId id="261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20754-D7A6-3F3E-6B98-D352B2AC6BC1}" v="953" dt="2025-05-11T20:52:36.275"/>
    <p1510:client id="{37B4BB12-EE7A-796E-5C3C-7661B00D3F0D}" v="24" dt="2025-05-11T14:29:16.101"/>
    <p1510:client id="{4D230080-2520-6185-A6FC-7EE12B79D339}" v="2" dt="2025-05-11T21:11:24.881"/>
    <p1510:client id="{53A5E61E-9C76-B3D2-8E03-B1B8487714C9}" v="4" dt="2025-05-12T11:24:26.593"/>
    <p1510:client id="{650311D2-658E-BE4D-83C1-AC69B4DE21CF}" v="445" dt="2025-05-12T10:03:29.979"/>
    <p1510:client id="{8F0B451A-2168-EE8A-12A1-ADD547AFC165}" v="109" dt="2025-05-11T14:55:21.080"/>
    <p1510:client id="{FDDB136E-F6FF-5319-5A80-0018DFAC7457}" v="2" dt="2025-05-11T20:55:49.6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aochen Liu" userId="S::xiali125@student.liu.se::abd81b73-5fac-4f2e-acc6-9dad46494714" providerId="AD" clId="Web-{FDDB136E-F6FF-5319-5A80-0018DFAC7457}"/>
    <pc:docChg chg="modSld">
      <pc:chgData name="Xiaochen Liu" userId="S::xiali125@student.liu.se::abd81b73-5fac-4f2e-acc6-9dad46494714" providerId="AD" clId="Web-{FDDB136E-F6FF-5319-5A80-0018DFAC7457}" dt="2025-05-11T20:55:49.623" v="2" actId="20577"/>
      <pc:docMkLst>
        <pc:docMk/>
      </pc:docMkLst>
      <pc:sldChg chg="modSp">
        <pc:chgData name="Xiaochen Liu" userId="S::xiali125@student.liu.se::abd81b73-5fac-4f2e-acc6-9dad46494714" providerId="AD" clId="Web-{FDDB136E-F6FF-5319-5A80-0018DFAC7457}" dt="2025-05-11T20:55:49.623" v="2" actId="20577"/>
        <pc:sldMkLst>
          <pc:docMk/>
          <pc:sldMk cId="2660073418" sldId="258"/>
        </pc:sldMkLst>
        <pc:spChg chg="mod">
          <ac:chgData name="Xiaochen Liu" userId="S::xiali125@student.liu.se::abd81b73-5fac-4f2e-acc6-9dad46494714" providerId="AD" clId="Web-{FDDB136E-F6FF-5319-5A80-0018DFAC7457}" dt="2025-05-11T20:55:49.623" v="2" actId="20577"/>
          <ac:spMkLst>
            <pc:docMk/>
            <pc:sldMk cId="2660073418" sldId="258"/>
            <ac:spMk id="3" creationId="{91D11E3F-C34D-15EA-CC4B-618D2AE70FC1}"/>
          </ac:spMkLst>
        </pc:spChg>
      </pc:sldChg>
    </pc:docChg>
  </pc:docChgLst>
  <pc:docChgLst>
    <pc:chgData name="Xiaochen Liu" userId="S::xiali125@student.liu.se::abd81b73-5fac-4f2e-acc6-9dad46494714" providerId="AD" clId="Web-{2BF20754-D7A6-3F3E-6B98-D352B2AC6BC1}"/>
    <pc:docChg chg="addSld delSld modSld addSection delSection modSection">
      <pc:chgData name="Xiaochen Liu" userId="S::xiali125@student.liu.se::abd81b73-5fac-4f2e-acc6-9dad46494714" providerId="AD" clId="Web-{2BF20754-D7A6-3F3E-6B98-D352B2AC6BC1}" dt="2025-05-11T20:52:33.838" v="900" actId="20577"/>
      <pc:docMkLst>
        <pc:docMk/>
      </pc:docMkLst>
      <pc:sldChg chg="modSp del">
        <pc:chgData name="Xiaochen Liu" userId="S::xiali125@student.liu.se::abd81b73-5fac-4f2e-acc6-9dad46494714" providerId="AD" clId="Web-{2BF20754-D7A6-3F3E-6B98-D352B2AC6BC1}" dt="2025-05-11T20:27:21.343" v="801"/>
        <pc:sldMkLst>
          <pc:docMk/>
          <pc:sldMk cId="588594708" sldId="257"/>
        </pc:sldMkLst>
        <pc:spChg chg="mod">
          <ac:chgData name="Xiaochen Liu" userId="S::xiali125@student.liu.se::abd81b73-5fac-4f2e-acc6-9dad46494714" providerId="AD" clId="Web-{2BF20754-D7A6-3F3E-6B98-D352B2AC6BC1}" dt="2025-05-11T20:26:51.390" v="800" actId="20577"/>
          <ac:spMkLst>
            <pc:docMk/>
            <pc:sldMk cId="588594708" sldId="257"/>
            <ac:spMk id="30" creationId="{E94BBEBC-9D00-C56B-5FE3-4FF38805C4BC}"/>
          </ac:spMkLst>
        </pc:spChg>
      </pc:sldChg>
      <pc:sldChg chg="addSp delSp modSp">
        <pc:chgData name="Xiaochen Liu" userId="S::xiali125@student.liu.se::abd81b73-5fac-4f2e-acc6-9dad46494714" providerId="AD" clId="Web-{2BF20754-D7A6-3F3E-6B98-D352B2AC6BC1}" dt="2025-05-11T20:52:33.838" v="900" actId="20577"/>
        <pc:sldMkLst>
          <pc:docMk/>
          <pc:sldMk cId="2660073418" sldId="258"/>
        </pc:sldMkLst>
        <pc:spChg chg="mod">
          <ac:chgData name="Xiaochen Liu" userId="S::xiali125@student.liu.se::abd81b73-5fac-4f2e-acc6-9dad46494714" providerId="AD" clId="Web-{2BF20754-D7A6-3F3E-6B98-D352B2AC6BC1}" dt="2025-05-11T14:57:12.128" v="1"/>
          <ac:spMkLst>
            <pc:docMk/>
            <pc:sldMk cId="2660073418" sldId="258"/>
            <ac:spMk id="2" creationId="{FADF2E7D-9AB4-6C90-B575-C13F31BCAB97}"/>
          </ac:spMkLst>
        </pc:spChg>
        <pc:spChg chg="mod ord">
          <ac:chgData name="Xiaochen Liu" userId="S::xiali125@student.liu.se::abd81b73-5fac-4f2e-acc6-9dad46494714" providerId="AD" clId="Web-{2BF20754-D7A6-3F3E-6B98-D352B2AC6BC1}" dt="2025-05-11T20:52:33.838" v="900" actId="20577"/>
          <ac:spMkLst>
            <pc:docMk/>
            <pc:sldMk cId="2660073418" sldId="258"/>
            <ac:spMk id="3" creationId="{91D11E3F-C34D-15EA-CC4B-618D2AE70FC1}"/>
          </ac:spMkLst>
        </pc:spChg>
        <pc:spChg chg="add del">
          <ac:chgData name="Xiaochen Liu" userId="S::xiali125@student.liu.se::abd81b73-5fac-4f2e-acc6-9dad46494714" providerId="AD" clId="Web-{2BF20754-D7A6-3F3E-6B98-D352B2AC6BC1}" dt="2025-05-11T14:57:12.128" v="2"/>
          <ac:spMkLst>
            <pc:docMk/>
            <pc:sldMk cId="2660073418" sldId="258"/>
            <ac:spMk id="9" creationId="{E49D7415-2F11-44C2-B6AA-13A25B6814B9}"/>
          </ac:spMkLst>
        </pc:spChg>
        <pc:spChg chg="add del">
          <ac:chgData name="Xiaochen Liu" userId="S::xiali125@student.liu.se::abd81b73-5fac-4f2e-acc6-9dad46494714" providerId="AD" clId="Web-{2BF20754-D7A6-3F3E-6B98-D352B2AC6BC1}" dt="2025-05-11T14:57:12.128" v="1"/>
          <ac:spMkLst>
            <pc:docMk/>
            <pc:sldMk cId="2660073418" sldId="258"/>
            <ac:spMk id="16" creationId="{E49D7415-2F11-44C2-B6AA-13A25B6814B9}"/>
          </ac:spMkLst>
        </pc:spChg>
        <pc:spChg chg="add">
          <ac:chgData name="Xiaochen Liu" userId="S::xiali125@student.liu.se::abd81b73-5fac-4f2e-acc6-9dad46494714" providerId="AD" clId="Web-{2BF20754-D7A6-3F3E-6B98-D352B2AC6BC1}" dt="2025-05-11T14:57:12.128" v="2"/>
          <ac:spMkLst>
            <pc:docMk/>
            <pc:sldMk cId="2660073418" sldId="258"/>
            <ac:spMk id="21" creationId="{E49D7415-2F11-44C2-B6AA-13A25B6814B9}"/>
          </ac:spMkLst>
        </pc:spChg>
        <pc:picChg chg="mod">
          <ac:chgData name="Xiaochen Liu" userId="S::xiali125@student.liu.se::abd81b73-5fac-4f2e-acc6-9dad46494714" providerId="AD" clId="Web-{2BF20754-D7A6-3F3E-6B98-D352B2AC6BC1}" dt="2025-05-11T14:57:12.128" v="2"/>
          <ac:picMkLst>
            <pc:docMk/>
            <pc:sldMk cId="2660073418" sldId="258"/>
            <ac:picMk id="5" creationId="{A15715B2-A79D-6CB5-134B-D107B28759FE}"/>
          </ac:picMkLst>
        </pc:picChg>
        <pc:cxnChg chg="add del">
          <ac:chgData name="Xiaochen Liu" userId="S::xiali125@student.liu.se::abd81b73-5fac-4f2e-acc6-9dad46494714" providerId="AD" clId="Web-{2BF20754-D7A6-3F3E-6B98-D352B2AC6BC1}" dt="2025-05-11T14:57:12.128" v="2"/>
          <ac:cxnSpMkLst>
            <pc:docMk/>
            <pc:sldMk cId="2660073418" sldId="258"/>
            <ac:cxnSpMk id="11" creationId="{3815BE95-1337-20E2-B2EF-5DA486F72FCB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14:57:12.128" v="1"/>
          <ac:cxnSpMkLst>
            <pc:docMk/>
            <pc:sldMk cId="2660073418" sldId="258"/>
            <ac:cxnSpMk id="13" creationId="{40ADC89C-EB4E-4AA5-ABBD-448BEC5FA3C4}"/>
          </ac:cxnSpMkLst>
        </pc:cxnChg>
        <pc:cxnChg chg="add">
          <ac:chgData name="Xiaochen Liu" userId="S::xiali125@student.liu.se::abd81b73-5fac-4f2e-acc6-9dad46494714" providerId="AD" clId="Web-{2BF20754-D7A6-3F3E-6B98-D352B2AC6BC1}" dt="2025-05-11T14:57:12.128" v="2"/>
          <ac:cxnSpMkLst>
            <pc:docMk/>
            <pc:sldMk cId="2660073418" sldId="258"/>
            <ac:cxnSpMk id="24" creationId="{3815BE95-1337-20E2-B2EF-5DA486F72FCB}"/>
          </ac:cxnSpMkLst>
        </pc:cxnChg>
      </pc:sldChg>
      <pc:sldChg chg="delSp modSp new">
        <pc:chgData name="Xiaochen Liu" userId="S::xiali125@student.liu.se::abd81b73-5fac-4f2e-acc6-9dad46494714" providerId="AD" clId="Web-{2BF20754-D7A6-3F3E-6B98-D352B2AC6BC1}" dt="2025-05-11T20:46:59.348" v="803" actId="20577"/>
        <pc:sldMkLst>
          <pc:docMk/>
          <pc:sldMk cId="1918892740" sldId="259"/>
        </pc:sldMkLst>
        <pc:spChg chg="mod">
          <ac:chgData name="Xiaochen Liu" userId="S::xiali125@student.liu.se::abd81b73-5fac-4f2e-acc6-9dad46494714" providerId="AD" clId="Web-{2BF20754-D7A6-3F3E-6B98-D352B2AC6BC1}" dt="2025-05-11T19:23:05.116" v="185" actId="20577"/>
          <ac:spMkLst>
            <pc:docMk/>
            <pc:sldMk cId="1918892740" sldId="259"/>
            <ac:spMk id="2" creationId="{5E5CEEC8-1560-64FD-E57A-F0E8089AB832}"/>
          </ac:spMkLst>
        </pc:spChg>
        <pc:spChg chg="del">
          <ac:chgData name="Xiaochen Liu" userId="S::xiali125@student.liu.se::abd81b73-5fac-4f2e-acc6-9dad46494714" providerId="AD" clId="Web-{2BF20754-D7A6-3F3E-6B98-D352B2AC6BC1}" dt="2025-05-11T18:39:55.068" v="84"/>
          <ac:spMkLst>
            <pc:docMk/>
            <pc:sldMk cId="1918892740" sldId="259"/>
            <ac:spMk id="3" creationId="{28D9057C-AE1C-0F0D-00D7-730FB5CE2D93}"/>
          </ac:spMkLst>
        </pc:spChg>
        <pc:spChg chg="mod">
          <ac:chgData name="Xiaochen Liu" userId="S::xiali125@student.liu.se::abd81b73-5fac-4f2e-acc6-9dad46494714" providerId="AD" clId="Web-{2BF20754-D7A6-3F3E-6B98-D352B2AC6BC1}" dt="2025-05-11T20:46:59.348" v="803" actId="20577"/>
          <ac:spMkLst>
            <pc:docMk/>
            <pc:sldMk cId="1918892740" sldId="259"/>
            <ac:spMk id="9" creationId="{6E7F5745-1A86-9AB9-83FD-ADB33B156774}"/>
          </ac:spMkLst>
        </pc:spChg>
      </pc:sldChg>
      <pc:sldChg chg="addSp delSp modSp">
        <pc:chgData name="Xiaochen Liu" userId="S::xiali125@student.liu.se::abd81b73-5fac-4f2e-acc6-9dad46494714" providerId="AD" clId="Web-{2BF20754-D7A6-3F3E-6B98-D352B2AC6BC1}" dt="2025-05-11T19:32:58.611" v="239" actId="20577"/>
        <pc:sldMkLst>
          <pc:docMk/>
          <pc:sldMk cId="2432915659" sldId="260"/>
        </pc:sldMkLst>
        <pc:spChg chg="mod">
          <ac:chgData name="Xiaochen Liu" userId="S::xiali125@student.liu.se::abd81b73-5fac-4f2e-acc6-9dad46494714" providerId="AD" clId="Web-{2BF20754-D7A6-3F3E-6B98-D352B2AC6BC1}" dt="2025-05-11T19:21:54.099" v="145" actId="14100"/>
          <ac:spMkLst>
            <pc:docMk/>
            <pc:sldMk cId="2432915659" sldId="260"/>
            <ac:spMk id="2" creationId="{A47C51A4-B293-AA87-61E8-6038EA859C39}"/>
          </ac:spMkLst>
        </pc:spChg>
        <pc:spChg chg="del">
          <ac:chgData name="Xiaochen Liu" userId="S::xiali125@student.liu.se::abd81b73-5fac-4f2e-acc6-9dad46494714" providerId="AD" clId="Web-{2BF20754-D7A6-3F3E-6B98-D352B2AC6BC1}" dt="2025-05-11T18:40:00.584" v="85"/>
          <ac:spMkLst>
            <pc:docMk/>
            <pc:sldMk cId="2432915659" sldId="260"/>
            <ac:spMk id="3" creationId="{1A062990-3661-9400-0638-183204B067EF}"/>
          </ac:spMkLst>
        </pc:spChg>
        <pc:spChg chg="add del">
          <ac:chgData name="Xiaochen Liu" userId="S::xiali125@student.liu.se::abd81b73-5fac-4f2e-acc6-9dad46494714" providerId="AD" clId="Web-{2BF20754-D7A6-3F3E-6B98-D352B2AC6BC1}" dt="2025-05-11T19:22:16.959" v="160"/>
          <ac:spMkLst>
            <pc:docMk/>
            <pc:sldMk cId="2432915659" sldId="260"/>
            <ac:spMk id="4" creationId="{514F9915-A712-CC8D-7CB4-29BEBA49227F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053" v="146" actId="1076"/>
          <ac:spMkLst>
            <pc:docMk/>
            <pc:sldMk cId="2432915659" sldId="260"/>
            <ac:spMk id="5" creationId="{979987B6-DD78-BCA9-DB83-2776CABBD7E2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084" v="147" actId="1076"/>
          <ac:spMkLst>
            <pc:docMk/>
            <pc:sldMk cId="2432915659" sldId="260"/>
            <ac:spMk id="6" creationId="{29DDE119-4A5F-2435-DB01-E8143723997F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099" v="148" actId="1076"/>
          <ac:spMkLst>
            <pc:docMk/>
            <pc:sldMk cId="2432915659" sldId="260"/>
            <ac:spMk id="7" creationId="{05907ED9-2552-4109-F025-BA6C439C3139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115" v="149" actId="1076"/>
          <ac:spMkLst>
            <pc:docMk/>
            <pc:sldMk cId="2432915659" sldId="260"/>
            <ac:spMk id="8" creationId="{CA8569F8-D06E-6CC2-32FD-A90BAF5A3C6E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146" v="150" actId="1076"/>
          <ac:spMkLst>
            <pc:docMk/>
            <pc:sldMk cId="2432915659" sldId="260"/>
            <ac:spMk id="9" creationId="{0F60BACE-AF65-E586-AA61-4AA2FF1AA2BB}"/>
          </ac:spMkLst>
        </pc:spChg>
        <pc:spChg chg="add mod">
          <ac:chgData name="Xiaochen Liu" userId="S::xiali125@student.liu.se::abd81b73-5fac-4f2e-acc6-9dad46494714" providerId="AD" clId="Web-{2BF20754-D7A6-3F3E-6B98-D352B2AC6BC1}" dt="2025-05-11T19:32:58.611" v="239" actId="20577"/>
          <ac:spMkLst>
            <pc:docMk/>
            <pc:sldMk cId="2432915659" sldId="260"/>
            <ac:spMk id="10" creationId="{05C4040A-FCD0-A4C7-D3AA-B5B937C0FA90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193" v="154" actId="1076"/>
          <ac:spMkLst>
            <pc:docMk/>
            <pc:sldMk cId="2432915659" sldId="260"/>
            <ac:spMk id="24" creationId="{19270289-66AD-B280-EC7C-06782119C0B9}"/>
          </ac:spMkLst>
        </pc:spChg>
        <pc:spChg chg="mod">
          <ac:chgData name="Xiaochen Liu" userId="S::xiali125@student.liu.se::abd81b73-5fac-4f2e-acc6-9dad46494714" providerId="AD" clId="Web-{2BF20754-D7A6-3F3E-6B98-D352B2AC6BC1}" dt="2025-05-11T19:22:00.209" v="156" actId="1076"/>
          <ac:spMkLst>
            <pc:docMk/>
            <pc:sldMk cId="2432915659" sldId="260"/>
            <ac:spMk id="28" creationId="{24D7401A-C1F2-D2AD-3112-427BF1639C62}"/>
          </ac:spMkLst>
        </pc:spChg>
        <pc:cxnChg chg="mod">
          <ac:chgData name="Xiaochen Liu" userId="S::xiali125@student.liu.se::abd81b73-5fac-4f2e-acc6-9dad46494714" providerId="AD" clId="Web-{2BF20754-D7A6-3F3E-6B98-D352B2AC6BC1}" dt="2025-05-11T19:22:00.162" v="151" actId="1076"/>
          <ac:cxnSpMkLst>
            <pc:docMk/>
            <pc:sldMk cId="2432915659" sldId="260"/>
            <ac:cxnSpMk id="11" creationId="{F891D5F8-231C-2ADF-CEF2-4D66F44BCCCC}"/>
          </ac:cxnSpMkLst>
        </pc:cxnChg>
        <pc:cxnChg chg="mod">
          <ac:chgData name="Xiaochen Liu" userId="S::xiali125@student.liu.se::abd81b73-5fac-4f2e-acc6-9dad46494714" providerId="AD" clId="Web-{2BF20754-D7A6-3F3E-6B98-D352B2AC6BC1}" dt="2025-05-11T19:22:00.162" v="152" actId="1076"/>
          <ac:cxnSpMkLst>
            <pc:docMk/>
            <pc:sldMk cId="2432915659" sldId="260"/>
            <ac:cxnSpMk id="13" creationId="{18C3B78B-93CA-E823-97CF-D3B86DA3E093}"/>
          </ac:cxnSpMkLst>
        </pc:cxnChg>
        <pc:cxnChg chg="mod">
          <ac:chgData name="Xiaochen Liu" userId="S::xiali125@student.liu.se::abd81b73-5fac-4f2e-acc6-9dad46494714" providerId="AD" clId="Web-{2BF20754-D7A6-3F3E-6B98-D352B2AC6BC1}" dt="2025-05-11T19:22:00.162" v="153" actId="1076"/>
          <ac:cxnSpMkLst>
            <pc:docMk/>
            <pc:sldMk cId="2432915659" sldId="260"/>
            <ac:cxnSpMk id="23" creationId="{19626A2E-92DD-83B1-ED67-8045BB69E93E}"/>
          </ac:cxnSpMkLst>
        </pc:cxnChg>
        <pc:cxnChg chg="mod">
          <ac:chgData name="Xiaochen Liu" userId="S::xiali125@student.liu.se::abd81b73-5fac-4f2e-acc6-9dad46494714" providerId="AD" clId="Web-{2BF20754-D7A6-3F3E-6B98-D352B2AC6BC1}" dt="2025-05-11T19:22:00.193" v="155" actId="1076"/>
          <ac:cxnSpMkLst>
            <pc:docMk/>
            <pc:sldMk cId="2432915659" sldId="260"/>
            <ac:cxnSpMk id="26" creationId="{052610EB-68BA-6F6D-9345-9B6BFC221FCD}"/>
          </ac:cxnSpMkLst>
        </pc:cxnChg>
        <pc:cxnChg chg="mod">
          <ac:chgData name="Xiaochen Liu" userId="S::xiali125@student.liu.se::abd81b73-5fac-4f2e-acc6-9dad46494714" providerId="AD" clId="Web-{2BF20754-D7A6-3F3E-6B98-D352B2AC6BC1}" dt="2025-05-11T19:22:00.224" v="157" actId="1076"/>
          <ac:cxnSpMkLst>
            <pc:docMk/>
            <pc:sldMk cId="2432915659" sldId="260"/>
            <ac:cxnSpMk id="30" creationId="{C7E1D2CD-8F19-3672-F4A1-27ADE1937707}"/>
          </ac:cxnSpMkLst>
        </pc:cxnChg>
        <pc:cxnChg chg="mod">
          <ac:chgData name="Xiaochen Liu" userId="S::xiali125@student.liu.se::abd81b73-5fac-4f2e-acc6-9dad46494714" providerId="AD" clId="Web-{2BF20754-D7A6-3F3E-6B98-D352B2AC6BC1}" dt="2025-05-11T19:22:00.224" v="158" actId="1076"/>
          <ac:cxnSpMkLst>
            <pc:docMk/>
            <pc:sldMk cId="2432915659" sldId="260"/>
            <ac:cxnSpMk id="33" creationId="{B567A5A7-914B-D777-E1E1-45AD5081318A}"/>
          </ac:cxnSpMkLst>
        </pc:cxnChg>
      </pc:sldChg>
      <pc:sldChg chg="modSp new del">
        <pc:chgData name="Xiaochen Liu" userId="S::xiali125@student.liu.se::abd81b73-5fac-4f2e-acc6-9dad46494714" providerId="AD" clId="Web-{2BF20754-D7A6-3F3E-6B98-D352B2AC6BC1}" dt="2025-05-11T15:40:31.001" v="9"/>
        <pc:sldMkLst>
          <pc:docMk/>
          <pc:sldMk cId="3742487073" sldId="260"/>
        </pc:sldMkLst>
        <pc:spChg chg="mod">
          <ac:chgData name="Xiaochen Liu" userId="S::xiali125@student.liu.se::abd81b73-5fac-4f2e-acc6-9dad46494714" providerId="AD" clId="Web-{2BF20754-D7A6-3F3E-6B98-D352B2AC6BC1}" dt="2025-05-11T15:40:30.688" v="8" actId="20577"/>
          <ac:spMkLst>
            <pc:docMk/>
            <pc:sldMk cId="3742487073" sldId="260"/>
            <ac:spMk id="2" creationId="{B43B9CCB-80BA-F75B-E939-5DD817293A68}"/>
          </ac:spMkLst>
        </pc:spChg>
      </pc:sldChg>
      <pc:sldChg chg="addSp delSp modSp">
        <pc:chgData name="Xiaochen Liu" userId="S::xiali125@student.liu.se::abd81b73-5fac-4f2e-acc6-9dad46494714" providerId="AD" clId="Web-{2BF20754-D7A6-3F3E-6B98-D352B2AC6BC1}" dt="2025-05-11T19:14:46.123" v="144" actId="1076"/>
        <pc:sldMkLst>
          <pc:docMk/>
          <pc:sldMk cId="3601681852" sldId="262"/>
        </pc:sldMkLst>
        <pc:spChg chg="add del">
          <ac:chgData name="Xiaochen Liu" userId="S::xiali125@student.liu.se::abd81b73-5fac-4f2e-acc6-9dad46494714" providerId="AD" clId="Web-{2BF20754-D7A6-3F3E-6B98-D352B2AC6BC1}" dt="2025-05-11T19:10:17.087" v="120"/>
          <ac:spMkLst>
            <pc:docMk/>
            <pc:sldMk cId="3601681852" sldId="262"/>
            <ac:spMk id="4" creationId="{A9FD4C51-0B3E-B4CC-E0F2-DD213E0F411C}"/>
          </ac:spMkLst>
        </pc:spChg>
        <pc:spChg chg="add mod">
          <ac:chgData name="Xiaochen Liu" userId="S::xiali125@student.liu.se::abd81b73-5fac-4f2e-acc6-9dad46494714" providerId="AD" clId="Web-{2BF20754-D7A6-3F3E-6B98-D352B2AC6BC1}" dt="2025-05-11T19:13:41.325" v="138" actId="20577"/>
          <ac:spMkLst>
            <pc:docMk/>
            <pc:sldMk cId="3601681852" sldId="262"/>
            <ac:spMk id="5" creationId="{22667809-877F-81C1-9BE7-8CE1DD68795E}"/>
          </ac:spMkLst>
        </pc:spChg>
        <pc:picChg chg="add mod ord">
          <ac:chgData name="Xiaochen Liu" userId="S::xiali125@student.liu.se::abd81b73-5fac-4f2e-acc6-9dad46494714" providerId="AD" clId="Web-{2BF20754-D7A6-3F3E-6B98-D352B2AC6BC1}" dt="2025-05-11T19:09:03.243" v="112" actId="1076"/>
          <ac:picMkLst>
            <pc:docMk/>
            <pc:sldMk cId="3601681852" sldId="262"/>
            <ac:picMk id="3" creationId="{9396CCB3-1F69-EB3F-D9ED-95CC932A9456}"/>
          </ac:picMkLst>
        </pc:picChg>
        <pc:picChg chg="mod">
          <ac:chgData name="Xiaochen Liu" userId="S::xiali125@student.liu.se::abd81b73-5fac-4f2e-acc6-9dad46494714" providerId="AD" clId="Web-{2BF20754-D7A6-3F3E-6B98-D352B2AC6BC1}" dt="2025-05-11T19:09:17.149" v="118" actId="1076"/>
          <ac:picMkLst>
            <pc:docMk/>
            <pc:sldMk cId="3601681852" sldId="262"/>
            <ac:picMk id="10" creationId="{6CB0230C-B7C6-0551-A6FF-91DE97EA7DEF}"/>
          </ac:picMkLst>
        </pc:picChg>
        <pc:picChg chg="mod">
          <ac:chgData name="Xiaochen Liu" userId="S::xiali125@student.liu.se::abd81b73-5fac-4f2e-acc6-9dad46494714" providerId="AD" clId="Web-{2BF20754-D7A6-3F3E-6B98-D352B2AC6BC1}" dt="2025-05-11T19:14:33.295" v="139" actId="1076"/>
          <ac:picMkLst>
            <pc:docMk/>
            <pc:sldMk cId="3601681852" sldId="262"/>
            <ac:picMk id="11" creationId="{26AF622F-F00D-6461-F420-D3794A2E2E6E}"/>
          </ac:picMkLst>
        </pc:picChg>
        <pc:picChg chg="mod">
          <ac:chgData name="Xiaochen Liu" userId="S::xiali125@student.liu.se::abd81b73-5fac-4f2e-acc6-9dad46494714" providerId="AD" clId="Web-{2BF20754-D7A6-3F3E-6B98-D352B2AC6BC1}" dt="2025-05-11T19:14:46.123" v="144" actId="1076"/>
          <ac:picMkLst>
            <pc:docMk/>
            <pc:sldMk cId="3601681852" sldId="262"/>
            <ac:picMk id="13" creationId="{3115DDA9-E895-6B17-3604-3906AFC35A3B}"/>
          </ac:picMkLst>
        </pc:picChg>
        <pc:picChg chg="mod">
          <ac:chgData name="Xiaochen Liu" userId="S::xiali125@student.liu.se::abd81b73-5fac-4f2e-acc6-9dad46494714" providerId="AD" clId="Web-{2BF20754-D7A6-3F3E-6B98-D352B2AC6BC1}" dt="2025-05-11T19:09:15.165" v="117" actId="1076"/>
          <ac:picMkLst>
            <pc:docMk/>
            <pc:sldMk cId="3601681852" sldId="262"/>
            <ac:picMk id="1030" creationId="{C0187AEE-2BCC-34EF-9F21-F22CE91F7A68}"/>
          </ac:picMkLst>
        </pc:picChg>
        <pc:picChg chg="mod">
          <ac:chgData name="Xiaochen Liu" userId="S::xiali125@student.liu.se::abd81b73-5fac-4f2e-acc6-9dad46494714" providerId="AD" clId="Web-{2BF20754-D7A6-3F3E-6B98-D352B2AC6BC1}" dt="2025-05-11T19:09:06.383" v="113" actId="1076"/>
          <ac:picMkLst>
            <pc:docMk/>
            <pc:sldMk cId="3601681852" sldId="262"/>
            <ac:picMk id="1032" creationId="{A6E03C1C-D641-3C0F-85E9-BF3D0890BD0C}"/>
          </ac:picMkLst>
        </pc:picChg>
      </pc:sldChg>
      <pc:sldChg chg="addSp modSp new mod setBg">
        <pc:chgData name="Xiaochen Liu" userId="S::xiali125@student.liu.se::abd81b73-5fac-4f2e-acc6-9dad46494714" providerId="AD" clId="Web-{2BF20754-D7A6-3F3E-6B98-D352B2AC6BC1}" dt="2025-05-11T18:12:23.562" v="83" actId="1076"/>
        <pc:sldMkLst>
          <pc:docMk/>
          <pc:sldMk cId="3468769369" sldId="263"/>
        </pc:sldMkLst>
        <pc:spChg chg="mod">
          <ac:chgData name="Xiaochen Liu" userId="S::xiali125@student.liu.se::abd81b73-5fac-4f2e-acc6-9dad46494714" providerId="AD" clId="Web-{2BF20754-D7A6-3F3E-6B98-D352B2AC6BC1}" dt="2025-05-11T18:10:08.294" v="42"/>
          <ac:spMkLst>
            <pc:docMk/>
            <pc:sldMk cId="3468769369" sldId="263"/>
            <ac:spMk id="2" creationId="{5AA02A4C-A014-66E4-F2FC-0053A593C493}"/>
          </ac:spMkLst>
        </pc:spChg>
        <pc:spChg chg="mod">
          <ac:chgData name="Xiaochen Liu" userId="S::xiali125@student.liu.se::abd81b73-5fac-4f2e-acc6-9dad46494714" providerId="AD" clId="Web-{2BF20754-D7A6-3F3E-6B98-D352B2AC6BC1}" dt="2025-05-11T18:11:50.858" v="73" actId="20577"/>
          <ac:spMkLst>
            <pc:docMk/>
            <pc:sldMk cId="3468769369" sldId="263"/>
            <ac:spMk id="3" creationId="{B6351427-101D-C2C5-60E1-5EEF93B61EC2}"/>
          </ac:spMkLst>
        </pc:spChg>
        <pc:spChg chg="add">
          <ac:chgData name="Xiaochen Liu" userId="S::xiali125@student.liu.se::abd81b73-5fac-4f2e-acc6-9dad46494714" providerId="AD" clId="Web-{2BF20754-D7A6-3F3E-6B98-D352B2AC6BC1}" dt="2025-05-11T18:10:08.294" v="42"/>
          <ac:spMkLst>
            <pc:docMk/>
            <pc:sldMk cId="3468769369" sldId="263"/>
            <ac:spMk id="8" creationId="{EEF92585-7A99-6108-9663-8C59032742EC}"/>
          </ac:spMkLst>
        </pc:spChg>
        <pc:picChg chg="add mod">
          <ac:chgData name="Xiaochen Liu" userId="S::xiali125@student.liu.se::abd81b73-5fac-4f2e-acc6-9dad46494714" providerId="AD" clId="Web-{2BF20754-D7A6-3F3E-6B98-D352B2AC6BC1}" dt="2025-05-11T18:12:23.562" v="83" actId="1076"/>
          <ac:picMkLst>
            <pc:docMk/>
            <pc:sldMk cId="3468769369" sldId="263"/>
            <ac:picMk id="4" creationId="{698684DE-39B2-4FDF-967C-C57AB290722C}"/>
          </ac:picMkLst>
        </pc:picChg>
        <pc:picChg chg="add mod">
          <ac:chgData name="Xiaochen Liu" userId="S::xiali125@student.liu.se::abd81b73-5fac-4f2e-acc6-9dad46494714" providerId="AD" clId="Web-{2BF20754-D7A6-3F3E-6B98-D352B2AC6BC1}" dt="2025-05-11T18:12:21.046" v="82" actId="1076"/>
          <ac:picMkLst>
            <pc:docMk/>
            <pc:sldMk cId="3468769369" sldId="263"/>
            <ac:picMk id="5" creationId="{39FB5275-6780-8FB0-BCCA-06EFD5964C01}"/>
          </ac:picMkLst>
        </pc:picChg>
        <pc:cxnChg chg="add">
          <ac:chgData name="Xiaochen Liu" userId="S::xiali125@student.liu.se::abd81b73-5fac-4f2e-acc6-9dad46494714" providerId="AD" clId="Web-{2BF20754-D7A6-3F3E-6B98-D352B2AC6BC1}" dt="2025-05-11T18:10:08.294" v="42"/>
          <ac:cxnSpMkLst>
            <pc:docMk/>
            <pc:sldMk cId="3468769369" sldId="263"/>
            <ac:cxnSpMk id="10" creationId="{F6DB4BEA-22D1-9BE0-1F06-BAFE567B5E66}"/>
          </ac:cxnSpMkLst>
        </pc:cxnChg>
      </pc:sldChg>
      <pc:sldChg chg="addSp delSp modSp new mod setBg">
        <pc:chgData name="Xiaochen Liu" userId="S::xiali125@student.liu.se::abd81b73-5fac-4f2e-acc6-9dad46494714" providerId="AD" clId="Web-{2BF20754-D7A6-3F3E-6B98-D352B2AC6BC1}" dt="2025-05-11T20:23:15.542" v="789" actId="20577"/>
        <pc:sldMkLst>
          <pc:docMk/>
          <pc:sldMk cId="2748422017" sldId="264"/>
        </pc:sldMkLst>
        <pc:spChg chg="mod">
          <ac:chgData name="Xiaochen Liu" userId="S::xiali125@student.liu.se::abd81b73-5fac-4f2e-acc6-9dad46494714" providerId="AD" clId="Web-{2BF20754-D7A6-3F3E-6B98-D352B2AC6BC1}" dt="2025-05-11T20:04:35.288" v="395" actId="14100"/>
          <ac:spMkLst>
            <pc:docMk/>
            <pc:sldMk cId="2748422017" sldId="264"/>
            <ac:spMk id="2" creationId="{ED196CE7-3144-B59B-0BE6-AC5B28FDD6C1}"/>
          </ac:spMkLst>
        </pc:spChg>
        <pc:spChg chg="mod ord">
          <ac:chgData name="Xiaochen Liu" userId="S::xiali125@student.liu.se::abd81b73-5fac-4f2e-acc6-9dad46494714" providerId="AD" clId="Web-{2BF20754-D7A6-3F3E-6B98-D352B2AC6BC1}" dt="2025-05-11T20:23:15.542" v="789" actId="20577"/>
          <ac:spMkLst>
            <pc:docMk/>
            <pc:sldMk cId="2748422017" sldId="264"/>
            <ac:spMk id="3" creationId="{77D9DF5E-EE56-A41C-AF15-609C260339C3}"/>
          </ac:spMkLst>
        </pc:spChg>
        <pc:spChg chg="add del">
          <ac:chgData name="Xiaochen Liu" userId="S::xiali125@student.liu.se::abd81b73-5fac-4f2e-acc6-9dad46494714" providerId="AD" clId="Web-{2BF20754-D7A6-3F3E-6B98-D352B2AC6BC1}" dt="2025-05-11T19:58:18.797" v="300"/>
          <ac:spMkLst>
            <pc:docMk/>
            <pc:sldMk cId="2748422017" sldId="264"/>
            <ac:spMk id="9" creationId="{E49D7415-2F11-44C2-B6AA-13A25B6814B9}"/>
          </ac:spMkLst>
        </pc:spChg>
        <pc:spChg chg="add del mod">
          <ac:chgData name="Xiaochen Liu" userId="S::xiali125@student.liu.se::abd81b73-5fac-4f2e-acc6-9dad46494714" providerId="AD" clId="Web-{2BF20754-D7A6-3F3E-6B98-D352B2AC6BC1}" dt="2025-05-11T20:05:45.992" v="412"/>
          <ac:spMkLst>
            <pc:docMk/>
            <pc:sldMk cId="2748422017" sldId="264"/>
            <ac:spMk id="14" creationId="{C79507AD-7DE8-51E4-4C0F-1F9883048820}"/>
          </ac:spMkLst>
        </pc:spChg>
        <pc:spChg chg="add del">
          <ac:chgData name="Xiaochen Liu" userId="S::xiali125@student.liu.se::abd81b73-5fac-4f2e-acc6-9dad46494714" providerId="AD" clId="Web-{2BF20754-D7A6-3F3E-6B98-D352B2AC6BC1}" dt="2025-05-11T19:58:21.407" v="302"/>
          <ac:spMkLst>
            <pc:docMk/>
            <pc:sldMk cId="2748422017" sldId="264"/>
            <ac:spMk id="15" creationId="{E49D7415-2F11-44C2-B6AA-13A25B6814B9}"/>
          </ac:spMkLst>
        </pc:spChg>
        <pc:spChg chg="add del">
          <ac:chgData name="Xiaochen Liu" userId="S::xiali125@student.liu.se::abd81b73-5fac-4f2e-acc6-9dad46494714" providerId="AD" clId="Web-{2BF20754-D7A6-3F3E-6B98-D352B2AC6BC1}" dt="2025-05-11T20:02:33.083" v="368"/>
          <ac:spMkLst>
            <pc:docMk/>
            <pc:sldMk cId="2748422017" sldId="264"/>
            <ac:spMk id="18" creationId="{E49D7415-2F11-44C2-B6AA-13A25B6814B9}"/>
          </ac:spMkLst>
        </pc:spChg>
        <pc:spChg chg="add del mod">
          <ac:chgData name="Xiaochen Liu" userId="S::xiali125@student.liu.se::abd81b73-5fac-4f2e-acc6-9dad46494714" providerId="AD" clId="Web-{2BF20754-D7A6-3F3E-6B98-D352B2AC6BC1}" dt="2025-05-11T20:05:43.680" v="411"/>
          <ac:spMkLst>
            <pc:docMk/>
            <pc:sldMk cId="2748422017" sldId="264"/>
            <ac:spMk id="21" creationId="{03A4983C-3F84-D1A0-AED9-DD60505DDBEF}"/>
          </ac:spMkLst>
        </pc:spChg>
        <pc:spChg chg="add del">
          <ac:chgData name="Xiaochen Liu" userId="S::xiali125@student.liu.se::abd81b73-5fac-4f2e-acc6-9dad46494714" providerId="AD" clId="Web-{2BF20754-D7A6-3F3E-6B98-D352B2AC6BC1}" dt="2025-05-11T20:04:02.006" v="388"/>
          <ac:spMkLst>
            <pc:docMk/>
            <pc:sldMk cId="2748422017" sldId="264"/>
            <ac:spMk id="25" creationId="{C410DAAF-F4CE-4D7A-A88A-7580CA50BF6A}"/>
          </ac:spMkLst>
        </pc:spChg>
        <pc:spChg chg="add">
          <ac:chgData name="Xiaochen Liu" userId="S::xiali125@student.liu.se::abd81b73-5fac-4f2e-acc6-9dad46494714" providerId="AD" clId="Web-{2BF20754-D7A6-3F3E-6B98-D352B2AC6BC1}" dt="2025-05-11T20:04:02.006" v="388"/>
          <ac:spMkLst>
            <pc:docMk/>
            <pc:sldMk cId="2748422017" sldId="264"/>
            <ac:spMk id="32" creationId="{660EB578-C970-4186-B93C-45851BBC6E34}"/>
          </ac:spMkLst>
        </pc:spChg>
        <pc:picChg chg="add del mod ord">
          <ac:chgData name="Xiaochen Liu" userId="S::xiali125@student.liu.se::abd81b73-5fac-4f2e-acc6-9dad46494714" providerId="AD" clId="Web-{2BF20754-D7A6-3F3E-6B98-D352B2AC6BC1}" dt="2025-05-11T20:03:05.677" v="373"/>
          <ac:picMkLst>
            <pc:docMk/>
            <pc:sldMk cId="2748422017" sldId="264"/>
            <ac:picMk id="4" creationId="{BD84247F-84C7-336F-0C9F-05B4F8B773B1}"/>
          </ac:picMkLst>
        </pc:picChg>
        <pc:picChg chg="add del mod">
          <ac:chgData name="Xiaochen Liu" userId="S::xiali125@student.liu.se::abd81b73-5fac-4f2e-acc6-9dad46494714" providerId="AD" clId="Web-{2BF20754-D7A6-3F3E-6B98-D352B2AC6BC1}" dt="2025-05-11T20:00:40.987" v="353"/>
          <ac:picMkLst>
            <pc:docMk/>
            <pc:sldMk cId="2748422017" sldId="264"/>
            <ac:picMk id="5" creationId="{F200AFE9-127D-20EB-B3BC-5874A2A1C2C6}"/>
          </ac:picMkLst>
        </pc:picChg>
        <pc:picChg chg="add del mod ord">
          <ac:chgData name="Xiaochen Liu" userId="S::xiali125@student.liu.se::abd81b73-5fac-4f2e-acc6-9dad46494714" providerId="AD" clId="Web-{2BF20754-D7A6-3F3E-6B98-D352B2AC6BC1}" dt="2025-05-11T20:21:04.415" v="663"/>
          <ac:picMkLst>
            <pc:docMk/>
            <pc:sldMk cId="2748422017" sldId="264"/>
            <ac:picMk id="6" creationId="{0BBF11F4-419D-E413-F684-8BE09AA7269B}"/>
          </ac:picMkLst>
        </pc:picChg>
        <pc:picChg chg="add del mod modCrop">
          <ac:chgData name="Xiaochen Liu" userId="S::xiali125@student.liu.se::abd81b73-5fac-4f2e-acc6-9dad46494714" providerId="AD" clId="Web-{2BF20754-D7A6-3F3E-6B98-D352B2AC6BC1}" dt="2025-05-11T20:21:47.978" v="672"/>
          <ac:picMkLst>
            <pc:docMk/>
            <pc:sldMk cId="2748422017" sldId="264"/>
            <ac:picMk id="7" creationId="{3B060594-450F-C977-092E-F76F23231BBE}"/>
          </ac:picMkLst>
        </pc:picChg>
        <pc:picChg chg="add del mod">
          <ac:chgData name="Xiaochen Liu" userId="S::xiali125@student.liu.se::abd81b73-5fac-4f2e-acc6-9dad46494714" providerId="AD" clId="Web-{2BF20754-D7A6-3F3E-6B98-D352B2AC6BC1}" dt="2025-05-11T20:19:52.914" v="659"/>
          <ac:picMkLst>
            <pc:docMk/>
            <pc:sldMk cId="2748422017" sldId="264"/>
            <ac:picMk id="8" creationId="{F35AA4F6-98D0-8797-4FF8-C4C6D969AA1F}"/>
          </ac:picMkLst>
        </pc:picChg>
        <pc:picChg chg="add del mod">
          <ac:chgData name="Xiaochen Liu" userId="S::xiali125@student.liu.se::abd81b73-5fac-4f2e-acc6-9dad46494714" providerId="AD" clId="Web-{2BF20754-D7A6-3F3E-6B98-D352B2AC6BC1}" dt="2025-05-11T20:04:50.632" v="400"/>
          <ac:picMkLst>
            <pc:docMk/>
            <pc:sldMk cId="2748422017" sldId="264"/>
            <ac:picMk id="10" creationId="{FF093BEE-9C56-B252-5282-216B9318E4DF}"/>
          </ac:picMkLst>
        </pc:picChg>
        <pc:picChg chg="add del mod">
          <ac:chgData name="Xiaochen Liu" userId="S::xiali125@student.liu.se::abd81b73-5fac-4f2e-acc6-9dad46494714" providerId="AD" clId="Web-{2BF20754-D7A6-3F3E-6B98-D352B2AC6BC1}" dt="2025-05-11T20:19:58.903" v="662" actId="14100"/>
          <ac:picMkLst>
            <pc:docMk/>
            <pc:sldMk cId="2748422017" sldId="264"/>
            <ac:picMk id="22" creationId="{CBDD4243-B962-763C-2E94-B3A93356E364}"/>
          </ac:picMkLst>
        </pc:picChg>
        <pc:picChg chg="add mod">
          <ac:chgData name="Xiaochen Liu" userId="S::xiali125@student.liu.se::abd81b73-5fac-4f2e-acc6-9dad46494714" providerId="AD" clId="Web-{2BF20754-D7A6-3F3E-6B98-D352B2AC6BC1}" dt="2025-05-11T20:21:23.775" v="670" actId="1076"/>
          <ac:picMkLst>
            <pc:docMk/>
            <pc:sldMk cId="2748422017" sldId="264"/>
            <ac:picMk id="23" creationId="{B0CC9059-8389-9431-1712-E5572849F016}"/>
          </ac:picMkLst>
        </pc:picChg>
        <pc:picChg chg="add mod">
          <ac:chgData name="Xiaochen Liu" userId="S::xiali125@student.liu.se::abd81b73-5fac-4f2e-acc6-9dad46494714" providerId="AD" clId="Web-{2BF20754-D7A6-3F3E-6B98-D352B2AC6BC1}" dt="2025-05-11T20:22:01.385" v="676" actId="14100"/>
          <ac:picMkLst>
            <pc:docMk/>
            <pc:sldMk cId="2748422017" sldId="264"/>
            <ac:picMk id="24" creationId="{9BF317A1-82AE-0F45-4790-0F040984C60F}"/>
          </ac:picMkLst>
        </pc:picChg>
        <pc:cxnChg chg="add del">
          <ac:chgData name="Xiaochen Liu" userId="S::xiali125@student.liu.se::abd81b73-5fac-4f2e-acc6-9dad46494714" providerId="AD" clId="Web-{2BF20754-D7A6-3F3E-6B98-D352B2AC6BC1}" dt="2025-05-11T19:58:18.797" v="300"/>
          <ac:cxnSpMkLst>
            <pc:docMk/>
            <pc:sldMk cId="2748422017" sldId="264"/>
            <ac:cxnSpMk id="11" creationId="{D2E57F3D-33BE-4306-87E6-245763719516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19:58:18.797" v="300"/>
          <ac:cxnSpMkLst>
            <pc:docMk/>
            <pc:sldMk cId="2748422017" sldId="264"/>
            <ac:cxnSpMk id="13" creationId="{8E0104E4-99BC-494F-8342-F250828E574F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19:58:21.407" v="302"/>
          <ac:cxnSpMkLst>
            <pc:docMk/>
            <pc:sldMk cId="2748422017" sldId="264"/>
            <ac:cxnSpMk id="16" creationId="{7D3DF08D-8EDA-0FB3-59D9-B692F2ADD1EA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20:02:33.083" v="368"/>
          <ac:cxnSpMkLst>
            <pc:docMk/>
            <pc:sldMk cId="2748422017" sldId="264"/>
            <ac:cxnSpMk id="19" creationId="{8E813B4C-6731-0B72-5252-A79AB0E20B58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20:02:33.083" v="368"/>
          <ac:cxnSpMkLst>
            <pc:docMk/>
            <pc:sldMk cId="2748422017" sldId="264"/>
            <ac:cxnSpMk id="20" creationId="{6E0E8146-6E65-2E6C-0C86-547E3C925406}"/>
          </ac:cxnSpMkLst>
        </pc:cxnChg>
        <pc:cxnChg chg="add del">
          <ac:chgData name="Xiaochen Liu" userId="S::xiali125@student.liu.se::abd81b73-5fac-4f2e-acc6-9dad46494714" providerId="AD" clId="Web-{2BF20754-D7A6-3F3E-6B98-D352B2AC6BC1}" dt="2025-05-11T20:04:02.006" v="388"/>
          <ac:cxnSpMkLst>
            <pc:docMk/>
            <pc:sldMk cId="2748422017" sldId="264"/>
            <ac:cxnSpMk id="27" creationId="{BAC8D8FD-816A-4DFC-8D05-D262E07E1478}"/>
          </ac:cxnSpMkLst>
        </pc:cxnChg>
        <pc:cxnChg chg="add">
          <ac:chgData name="Xiaochen Liu" userId="S::xiali125@student.liu.se::abd81b73-5fac-4f2e-acc6-9dad46494714" providerId="AD" clId="Web-{2BF20754-D7A6-3F3E-6B98-D352B2AC6BC1}" dt="2025-05-11T20:04:02.006" v="388"/>
          <ac:cxnSpMkLst>
            <pc:docMk/>
            <pc:sldMk cId="2748422017" sldId="264"/>
            <ac:cxnSpMk id="34" creationId="{D57D541F-8B1D-4D6A-969A-B9D7473AD983}"/>
          </ac:cxnSpMkLst>
        </pc:cxnChg>
        <pc:cxnChg chg="add">
          <ac:chgData name="Xiaochen Liu" userId="S::xiali125@student.liu.se::abd81b73-5fac-4f2e-acc6-9dad46494714" providerId="AD" clId="Web-{2BF20754-D7A6-3F3E-6B98-D352B2AC6BC1}" dt="2025-05-11T20:04:02.006" v="388"/>
          <ac:cxnSpMkLst>
            <pc:docMk/>
            <pc:sldMk cId="2748422017" sldId="264"/>
            <ac:cxnSpMk id="36" creationId="{E6523A9E-CB4E-4FB6-AF68-C947B5086446}"/>
          </ac:cxnSpMkLst>
        </pc:cxnChg>
      </pc:sldChg>
      <pc:sldChg chg="new del">
        <pc:chgData name="Xiaochen Liu" userId="S::xiali125@student.liu.se::abd81b73-5fac-4f2e-acc6-9dad46494714" providerId="AD" clId="Web-{2BF20754-D7A6-3F3E-6B98-D352B2AC6BC1}" dt="2025-05-11T20:49:43.460" v="805"/>
        <pc:sldMkLst>
          <pc:docMk/>
          <pc:sldMk cId="209331531" sldId="265"/>
        </pc:sldMkLst>
      </pc:sldChg>
    </pc:docChg>
  </pc:docChgLst>
  <pc:docChgLst>
    <pc:chgData name="Xiaochen Liu" userId="S::xiali125@student.liu.se::abd81b73-5fac-4f2e-acc6-9dad46494714" providerId="AD" clId="Web-{4D230080-2520-6185-A6FC-7EE12B79D339}"/>
    <pc:docChg chg="modSld">
      <pc:chgData name="Xiaochen Liu" userId="S::xiali125@student.liu.se::abd81b73-5fac-4f2e-acc6-9dad46494714" providerId="AD" clId="Web-{4D230080-2520-6185-A6FC-7EE12B79D339}" dt="2025-05-11T21:13:49.192" v="270"/>
      <pc:docMkLst>
        <pc:docMk/>
      </pc:docMkLst>
      <pc:sldChg chg="modNotes">
        <pc:chgData name="Xiaochen Liu" userId="S::xiali125@student.liu.se::abd81b73-5fac-4f2e-acc6-9dad46494714" providerId="AD" clId="Web-{4D230080-2520-6185-A6FC-7EE12B79D339}" dt="2025-05-11T21:13:14.692" v="261"/>
        <pc:sldMkLst>
          <pc:docMk/>
          <pc:sldMk cId="2660073418" sldId="258"/>
        </pc:sldMkLst>
      </pc:sldChg>
      <pc:sldChg chg="modNotes">
        <pc:chgData name="Xiaochen Liu" userId="S::xiali125@student.liu.se::abd81b73-5fac-4f2e-acc6-9dad46494714" providerId="AD" clId="Web-{4D230080-2520-6185-A6FC-7EE12B79D339}" dt="2025-05-11T21:13:30.786" v="266"/>
        <pc:sldMkLst>
          <pc:docMk/>
          <pc:sldMk cId="1918892740" sldId="259"/>
        </pc:sldMkLst>
      </pc:sldChg>
      <pc:sldChg chg="modNotes">
        <pc:chgData name="Xiaochen Liu" userId="S::xiali125@student.liu.se::abd81b73-5fac-4f2e-acc6-9dad46494714" providerId="AD" clId="Web-{4D230080-2520-6185-A6FC-7EE12B79D339}" dt="2025-05-11T21:13:41.036" v="269"/>
        <pc:sldMkLst>
          <pc:docMk/>
          <pc:sldMk cId="3601681852" sldId="262"/>
        </pc:sldMkLst>
      </pc:sldChg>
      <pc:sldChg chg="modNotes">
        <pc:chgData name="Xiaochen Liu" userId="S::xiali125@student.liu.se::abd81b73-5fac-4f2e-acc6-9dad46494714" providerId="AD" clId="Web-{4D230080-2520-6185-A6FC-7EE12B79D339}" dt="2025-05-11T21:13:05.333" v="259"/>
        <pc:sldMkLst>
          <pc:docMk/>
          <pc:sldMk cId="3468769369" sldId="263"/>
        </pc:sldMkLst>
      </pc:sldChg>
      <pc:sldChg chg="modSp modNotes">
        <pc:chgData name="Xiaochen Liu" userId="S::xiali125@student.liu.se::abd81b73-5fac-4f2e-acc6-9dad46494714" providerId="AD" clId="Web-{4D230080-2520-6185-A6FC-7EE12B79D339}" dt="2025-05-11T21:13:49.192" v="270"/>
        <pc:sldMkLst>
          <pc:docMk/>
          <pc:sldMk cId="2748422017" sldId="264"/>
        </pc:sldMkLst>
        <pc:spChg chg="mod">
          <ac:chgData name="Xiaochen Liu" userId="S::xiali125@student.liu.se::abd81b73-5fac-4f2e-acc6-9dad46494714" providerId="AD" clId="Web-{4D230080-2520-6185-A6FC-7EE12B79D339}" dt="2025-05-11T21:11:24.881" v="255" actId="14100"/>
          <ac:spMkLst>
            <pc:docMk/>
            <pc:sldMk cId="2748422017" sldId="264"/>
            <ac:spMk id="3" creationId="{77D9DF5E-EE56-A41C-AF15-609C260339C3}"/>
          </ac:spMkLst>
        </pc:spChg>
      </pc:sldChg>
    </pc:docChg>
  </pc:docChgLst>
  <pc:docChgLst>
    <pc:chgData name="Xiaochen Liu" userId="S::xiali125@student.liu.se::abd81b73-5fac-4f2e-acc6-9dad46494714" providerId="AD" clId="Web-{53A5E61E-9C76-B3D2-8E03-B1B8487714C9}"/>
    <pc:docChg chg="modSld">
      <pc:chgData name="Xiaochen Liu" userId="S::xiali125@student.liu.se::abd81b73-5fac-4f2e-acc6-9dad46494714" providerId="AD" clId="Web-{53A5E61E-9C76-B3D2-8E03-B1B8487714C9}" dt="2025-05-12T11:28:02.753" v="6"/>
      <pc:docMkLst>
        <pc:docMk/>
      </pc:docMkLst>
      <pc:sldChg chg="modNotes">
        <pc:chgData name="Xiaochen Liu" userId="S::xiali125@student.liu.se::abd81b73-5fac-4f2e-acc6-9dad46494714" providerId="AD" clId="Web-{53A5E61E-9C76-B3D2-8E03-B1B8487714C9}" dt="2025-05-12T11:28:02.753" v="6"/>
        <pc:sldMkLst>
          <pc:docMk/>
          <pc:sldMk cId="1918892740" sldId="259"/>
        </pc:sldMkLst>
      </pc:sldChg>
      <pc:sldChg chg="modSp">
        <pc:chgData name="Xiaochen Liu" userId="S::xiali125@student.liu.se::abd81b73-5fac-4f2e-acc6-9dad46494714" providerId="AD" clId="Web-{53A5E61E-9C76-B3D2-8E03-B1B8487714C9}" dt="2025-05-12T11:24:26.593" v="3" actId="20577"/>
        <pc:sldMkLst>
          <pc:docMk/>
          <pc:sldMk cId="3601681852" sldId="262"/>
        </pc:sldMkLst>
        <pc:spChg chg="mod">
          <ac:chgData name="Xiaochen Liu" userId="S::xiali125@student.liu.se::abd81b73-5fac-4f2e-acc6-9dad46494714" providerId="AD" clId="Web-{53A5E61E-9C76-B3D2-8E03-B1B8487714C9}" dt="2025-05-12T11:24:26.593" v="3" actId="20577"/>
          <ac:spMkLst>
            <pc:docMk/>
            <pc:sldMk cId="3601681852" sldId="262"/>
            <ac:spMk id="2" creationId="{C169D2E8-A77F-746D-47E0-71960EC70156}"/>
          </ac:spMkLst>
        </pc:spChg>
      </pc:sldChg>
    </pc:docChg>
  </pc:docChgLst>
  <pc:docChgLst>
    <pc:chgData name="Xiaochen Liu" userId="S::xiali125@student.liu.se::abd81b73-5fac-4f2e-acc6-9dad46494714" providerId="AD" clId="Web-{37B4BB12-EE7A-796E-5C3C-7661B00D3F0D}"/>
    <pc:docChg chg="addSld delSld modSld addMainMaster delMainMaster">
      <pc:chgData name="Xiaochen Liu" userId="S::xiali125@student.liu.se::abd81b73-5fac-4f2e-acc6-9dad46494714" providerId="AD" clId="Web-{37B4BB12-EE7A-796E-5C3C-7661B00D3F0D}" dt="2025-05-11T14:29:26.492" v="30"/>
      <pc:docMkLst>
        <pc:docMk/>
      </pc:docMkLst>
      <pc:sldChg chg="addSp delSp modSp mod setBg modClrScheme setClrOvrMap chgLayout">
        <pc:chgData name="Xiaochen Liu" userId="S::xiali125@student.liu.se::abd81b73-5fac-4f2e-acc6-9dad46494714" providerId="AD" clId="Web-{37B4BB12-EE7A-796E-5C3C-7661B00D3F0D}" dt="2025-05-11T14:29:26.492" v="30"/>
        <pc:sldMkLst>
          <pc:docMk/>
          <pc:sldMk cId="703088496" sldId="256"/>
        </pc:sldMkLst>
        <pc:spChg chg="mod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2" creationId="{00000000-0000-0000-0000-000000000000}"/>
          </ac:spMkLst>
        </pc:spChg>
        <pc:spChg chg="del mod">
          <ac:chgData name="Xiaochen Liu" userId="S::xiali125@student.liu.se::abd81b73-5fac-4f2e-acc6-9dad46494714" providerId="AD" clId="Web-{37B4BB12-EE7A-796E-5C3C-7661B00D3F0D}" dt="2025-05-11T14:26:53.786" v="3"/>
          <ac:spMkLst>
            <pc:docMk/>
            <pc:sldMk cId="703088496" sldId="256"/>
            <ac:spMk id="3" creationId="{00000000-0000-0000-0000-000000000000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9:01.663" v="22"/>
          <ac:spMkLst>
            <pc:docMk/>
            <pc:sldMk cId="703088496" sldId="256"/>
            <ac:spMk id="5" creationId="{0280F94D-B836-A8FD-8775-E813ED30CFF7}"/>
          </ac:spMkLst>
        </pc:spChg>
        <pc:spChg chg="add mod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6" creationId="{C52B598F-39B0-4473-F3C4-60D58EBE4618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5:44.957" v="1"/>
          <ac:spMkLst>
            <pc:docMk/>
            <pc:sldMk cId="703088496" sldId="256"/>
            <ac:spMk id="9" creationId="{55B419A7-F817-4767-8CCB-FB0E189C4ACD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5:44.957" v="1"/>
          <ac:spMkLst>
            <pc:docMk/>
            <pc:sldMk cId="703088496" sldId="256"/>
            <ac:spMk id="13" creationId="{ADA271CD-3011-4A05-B4A3-80F1794684F2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15" creationId="{0EECA69B-4C2A-7F31-8019-E90DB3BD49CB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17" creationId="{1103FDB8-D911-F8F8-F9EC-FB7FF543594C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9:26.492" v="29"/>
          <ac:spMkLst>
            <pc:docMk/>
            <pc:sldMk cId="703088496" sldId="256"/>
            <ac:spMk id="19" creationId="{33E93247-6229-44AB-A550-739E971E690B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9:26.492" v="29"/>
          <ac:spMkLst>
            <pc:docMk/>
            <pc:sldMk cId="703088496" sldId="256"/>
            <ac:spMk id="20" creationId="{D21F66AB-6D67-4C86-A415-0B6E4EEC5ABA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8:32.585" v="18"/>
          <ac:spMkLst>
            <pc:docMk/>
            <pc:sldMk cId="703088496" sldId="256"/>
            <ac:spMk id="22" creationId="{33E93247-6229-44AB-A550-739E971E690B}"/>
          </ac:spMkLst>
        </pc:spChg>
        <pc:spChg chg="add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23" creationId="{33E93247-6229-44AB-A550-739E971E690B}"/>
          </ac:spMkLst>
        </pc:spChg>
        <pc:spChg chg="add del">
          <ac:chgData name="Xiaochen Liu" userId="S::xiali125@student.liu.se::abd81b73-5fac-4f2e-acc6-9dad46494714" providerId="AD" clId="Web-{37B4BB12-EE7A-796E-5C3C-7661B00D3F0D}" dt="2025-05-11T14:28:32.585" v="18"/>
          <ac:spMkLst>
            <pc:docMk/>
            <pc:sldMk cId="703088496" sldId="256"/>
            <ac:spMk id="24" creationId="{6BB6B482-ACCA-4938-8AEA-49D525C17221}"/>
          </ac:spMkLst>
        </pc:spChg>
        <pc:spChg chg="add">
          <ac:chgData name="Xiaochen Liu" userId="S::xiali125@student.liu.se::abd81b73-5fac-4f2e-acc6-9dad46494714" providerId="AD" clId="Web-{37B4BB12-EE7A-796E-5C3C-7661B00D3F0D}" dt="2025-05-11T14:29:26.492" v="30"/>
          <ac:spMkLst>
            <pc:docMk/>
            <pc:sldMk cId="703088496" sldId="256"/>
            <ac:spMk id="25" creationId="{6BB6B482-ACCA-4938-8AEA-49D525C17221}"/>
          </ac:spMkLst>
        </pc:spChg>
        <pc:picChg chg="add del">
          <ac:chgData name="Xiaochen Liu" userId="S::xiali125@student.liu.se::abd81b73-5fac-4f2e-acc6-9dad46494714" providerId="AD" clId="Web-{37B4BB12-EE7A-796E-5C3C-7661B00D3F0D}" dt="2025-05-11T14:25:44.957" v="1"/>
          <ac:picMkLst>
            <pc:docMk/>
            <pc:sldMk cId="703088496" sldId="256"/>
            <ac:picMk id="4" creationId="{3CBC28D4-DEB2-6DEC-A899-A6B919CDD6E1}"/>
          </ac:picMkLst>
        </pc:picChg>
        <pc:picChg chg="add mod">
          <ac:chgData name="Xiaochen Liu" userId="S::xiali125@student.liu.se::abd81b73-5fac-4f2e-acc6-9dad46494714" providerId="AD" clId="Web-{37B4BB12-EE7A-796E-5C3C-7661B00D3F0D}" dt="2025-05-11T14:29:26.492" v="30"/>
          <ac:picMkLst>
            <pc:docMk/>
            <pc:sldMk cId="703088496" sldId="256"/>
            <ac:picMk id="16" creationId="{B5BB8ED2-92B5-6A4F-3DB6-54CA909F0385}"/>
          </ac:picMkLst>
        </pc:picChg>
        <pc:cxnChg chg="add del">
          <ac:chgData name="Xiaochen Liu" userId="S::xiali125@student.liu.se::abd81b73-5fac-4f2e-acc6-9dad46494714" providerId="AD" clId="Web-{37B4BB12-EE7A-796E-5C3C-7661B00D3F0D}" dt="2025-05-11T14:25:44.957" v="1"/>
          <ac:cxnSpMkLst>
            <pc:docMk/>
            <pc:sldMk cId="703088496" sldId="256"/>
            <ac:cxnSpMk id="11" creationId="{E3B95BE3-D5B2-4F38-9A01-17866C9FBA6E}"/>
          </ac:cxnSpMkLst>
        </pc:cxnChg>
        <pc:cxnChg chg="add del">
          <ac:chgData name="Xiaochen Liu" userId="S::xiali125@student.liu.se::abd81b73-5fac-4f2e-acc6-9dad46494714" providerId="AD" clId="Web-{37B4BB12-EE7A-796E-5C3C-7661B00D3F0D}" dt="2025-05-11T14:29:26.492" v="29"/>
          <ac:cxnSpMkLst>
            <pc:docMk/>
            <pc:sldMk cId="703088496" sldId="256"/>
            <ac:cxnSpMk id="21" creationId="{0B66F5E1-B07D-4718-F4B4-5FCE4B7E8F44}"/>
          </ac:cxnSpMkLst>
        </pc:cxnChg>
        <pc:cxnChg chg="add del">
          <ac:chgData name="Xiaochen Liu" userId="S::xiali125@student.liu.se::abd81b73-5fac-4f2e-acc6-9dad46494714" providerId="AD" clId="Web-{37B4BB12-EE7A-796E-5C3C-7661B00D3F0D}" dt="2025-05-11T14:28:32.585" v="18"/>
          <ac:cxnSpMkLst>
            <pc:docMk/>
            <pc:sldMk cId="703088496" sldId="256"/>
            <ac:cxnSpMk id="26" creationId="{EE2E603F-4A95-4FE8-BB06-211DFD75DBEF}"/>
          </ac:cxnSpMkLst>
        </pc:cxnChg>
        <pc:cxnChg chg="add">
          <ac:chgData name="Xiaochen Liu" userId="S::xiali125@student.liu.se::abd81b73-5fac-4f2e-acc6-9dad46494714" providerId="AD" clId="Web-{37B4BB12-EE7A-796E-5C3C-7661B00D3F0D}" dt="2025-05-11T14:29:26.492" v="30"/>
          <ac:cxnSpMkLst>
            <pc:docMk/>
            <pc:sldMk cId="703088496" sldId="256"/>
            <ac:cxnSpMk id="27" creationId="{EE2E603F-4A95-4FE8-BB06-211DFD75DBEF}"/>
          </ac:cxnSpMkLst>
        </pc:cxnChg>
      </pc:sldChg>
      <pc:sldChg chg="new del">
        <pc:chgData name="Xiaochen Liu" userId="S::xiali125@student.liu.se::abd81b73-5fac-4f2e-acc6-9dad46494714" providerId="AD" clId="Web-{37B4BB12-EE7A-796E-5C3C-7661B00D3F0D}" dt="2025-05-11T14:27:20.834" v="9"/>
        <pc:sldMkLst>
          <pc:docMk/>
          <pc:sldMk cId="754091073" sldId="257"/>
        </pc:sldMkLst>
      </pc:sldChg>
      <pc:sldChg chg="add replId">
        <pc:chgData name="Xiaochen Liu" userId="S::xiali125@student.liu.se::abd81b73-5fac-4f2e-acc6-9dad46494714" providerId="AD" clId="Web-{37B4BB12-EE7A-796E-5C3C-7661B00D3F0D}" dt="2025-05-11T14:27:19.365" v="8"/>
        <pc:sldMkLst>
          <pc:docMk/>
          <pc:sldMk cId="751867063" sldId="258"/>
        </pc:sldMkLst>
      </pc:sldChg>
      <pc:sldChg chg="new add del">
        <pc:chgData name="Xiaochen Liu" userId="S::xiali125@student.liu.se::abd81b73-5fac-4f2e-acc6-9dad46494714" providerId="AD" clId="Web-{37B4BB12-EE7A-796E-5C3C-7661B00D3F0D}" dt="2025-05-11T14:29:04.695" v="23"/>
        <pc:sldMkLst>
          <pc:docMk/>
          <pc:sldMk cId="747356869" sldId="259"/>
        </pc:sldMkLst>
      </pc:sldChg>
      <pc:sldMasterChg chg="add del addSldLayout delSldLayout">
        <pc:chgData name="Xiaochen Liu" userId="S::xiali125@student.liu.se::abd81b73-5fac-4f2e-acc6-9dad46494714" providerId="AD" clId="Web-{37B4BB12-EE7A-796E-5C3C-7661B00D3F0D}" dt="2025-05-11T14:25:45.004" v="2"/>
        <pc:sldMasterMkLst>
          <pc:docMk/>
          <pc:sldMasterMk cId="2563146177" sldId="2147483648"/>
        </pc:sldMasterMkLst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2805086613" sldId="2147483649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2074015890" sldId="2147483650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3407052612" sldId="2147483651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188702279" sldId="2147483652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4068082727" sldId="2147483653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4187196136" sldId="2147483654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1200569556" sldId="2147483655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3153261149" sldId="2147483656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2390041774" sldId="2147483657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2577302498" sldId="2147483658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2563146177" sldId="2147483648"/>
            <pc:sldLayoutMk cId="72881644" sldId="2147483659"/>
          </pc:sldLayoutMkLst>
        </pc:sldLayoutChg>
      </pc:sldMasterChg>
      <pc:sldMasterChg chg="add addSldLayout">
        <pc:chgData name="Xiaochen Liu" userId="S::xiali125@student.liu.se::abd81b73-5fac-4f2e-acc6-9dad46494714" providerId="AD" clId="Web-{37B4BB12-EE7A-796E-5C3C-7661B00D3F0D}" dt="2025-05-11T14:25:45.004" v="2"/>
        <pc:sldMasterMkLst>
          <pc:docMk/>
          <pc:sldMasterMk cId="1336218542" sldId="2147483709"/>
        </pc:sldMasterMkLst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3044729337" sldId="2147483698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136217218" sldId="2147483699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2087530762" sldId="2147483700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1411949052" sldId="2147483701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3720604021" sldId="2147483702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1378693163" sldId="2147483703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3308413298" sldId="2147483704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284957516" sldId="2147483705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142291044" sldId="2147483706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441640765" sldId="2147483707"/>
          </pc:sldLayoutMkLst>
        </pc:sldLayoutChg>
        <pc:sldLayoutChg chg="add">
          <pc:chgData name="Xiaochen Liu" userId="S::xiali125@student.liu.se::abd81b73-5fac-4f2e-acc6-9dad46494714" providerId="AD" clId="Web-{37B4BB12-EE7A-796E-5C3C-7661B00D3F0D}" dt="2025-05-11T14:25:45.004" v="2"/>
          <pc:sldLayoutMkLst>
            <pc:docMk/>
            <pc:sldMasterMk cId="1336218542" sldId="2147483709"/>
            <pc:sldLayoutMk cId="423144640" sldId="2147483708"/>
          </pc:sldLayoutMkLst>
        </pc:sldLayoutChg>
      </pc:sldMasterChg>
      <pc:sldMasterChg chg="add del addSldLayout delSldLayout">
        <pc:chgData name="Xiaochen Liu" userId="S::xiali125@student.liu.se::abd81b73-5fac-4f2e-acc6-9dad46494714" providerId="AD" clId="Web-{37B4BB12-EE7A-796E-5C3C-7661B00D3F0D}" dt="2025-05-11T14:25:44.957" v="1"/>
        <pc:sldMasterMkLst>
          <pc:docMk/>
          <pc:sldMasterMk cId="404811471" sldId="2147483748"/>
        </pc:sldMasterMkLst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598441968" sldId="2147483737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408239503" sldId="2147483738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1479848744" sldId="2147483739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2233582186" sldId="2147483740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3368411491" sldId="2147483741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1488160719" sldId="2147483742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2805127781" sldId="2147483743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1180534046" sldId="2147483744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336193620" sldId="2147483745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1824900799" sldId="2147483746"/>
          </pc:sldLayoutMkLst>
        </pc:sldLayoutChg>
        <pc:sldLayoutChg chg="add del">
          <pc:chgData name="Xiaochen Liu" userId="S::xiali125@student.liu.se::abd81b73-5fac-4f2e-acc6-9dad46494714" providerId="AD" clId="Web-{37B4BB12-EE7A-796E-5C3C-7661B00D3F0D}" dt="2025-05-11T14:25:44.957" v="1"/>
          <pc:sldLayoutMkLst>
            <pc:docMk/>
            <pc:sldMasterMk cId="404811471" sldId="2147483748"/>
            <pc:sldLayoutMk cId="1301506523" sldId="2147483747"/>
          </pc:sldLayoutMkLst>
        </pc:sldLayoutChg>
      </pc:sldMasterChg>
    </pc:docChg>
  </pc:docChgLst>
  <pc:docChgLst>
    <pc:chgData name="Xiaochen Liu" userId="S::xiali125@student.liu.se::abd81b73-5fac-4f2e-acc6-9dad46494714" providerId="AD" clId="Web-{8F0B451A-2168-EE8A-12A1-ADD547AFC165}"/>
    <pc:docChg chg="addSld delSld modSld modMainMaster">
      <pc:chgData name="Xiaochen Liu" userId="S::xiali125@student.liu.se::abd81b73-5fac-4f2e-acc6-9dad46494714" providerId="AD" clId="Web-{8F0B451A-2168-EE8A-12A1-ADD547AFC165}" dt="2025-05-11T14:55:21.080" v="121"/>
      <pc:docMkLst>
        <pc:docMk/>
      </pc:docMkLst>
      <pc:sldChg chg="delSp mod">
        <pc:chgData name="Xiaochen Liu" userId="S::xiali125@student.liu.se::abd81b73-5fac-4f2e-acc6-9dad46494714" providerId="AD" clId="Web-{8F0B451A-2168-EE8A-12A1-ADD547AFC165}" dt="2025-05-11T14:33:02.491" v="6"/>
        <pc:sldMkLst>
          <pc:docMk/>
          <pc:sldMk cId="703088496" sldId="256"/>
        </pc:sldMkLst>
        <pc:picChg chg="del">
          <ac:chgData name="Xiaochen Liu" userId="S::xiali125@student.liu.se::abd81b73-5fac-4f2e-acc6-9dad46494714" providerId="AD" clId="Web-{8F0B451A-2168-EE8A-12A1-ADD547AFC165}" dt="2025-05-11T14:33:02.491" v="6"/>
          <ac:picMkLst>
            <pc:docMk/>
            <pc:sldMk cId="703088496" sldId="256"/>
            <ac:picMk id="16" creationId="{B5BB8ED2-92B5-6A4F-3DB6-54CA909F0385}"/>
          </ac:picMkLst>
        </pc:picChg>
      </pc:sldChg>
      <pc:sldChg chg="addSp delSp modSp new mod setBg">
        <pc:chgData name="Xiaochen Liu" userId="S::xiali125@student.liu.se::abd81b73-5fac-4f2e-acc6-9dad46494714" providerId="AD" clId="Web-{8F0B451A-2168-EE8A-12A1-ADD547AFC165}" dt="2025-05-11T14:55:21.080" v="121"/>
        <pc:sldMkLst>
          <pc:docMk/>
          <pc:sldMk cId="588594708" sldId="257"/>
        </pc:sldMkLst>
        <pc:spChg chg="mod">
          <ac:chgData name="Xiaochen Liu" userId="S::xiali125@student.liu.se::abd81b73-5fac-4f2e-acc6-9dad46494714" providerId="AD" clId="Web-{8F0B451A-2168-EE8A-12A1-ADD547AFC165}" dt="2025-05-11T14:55:21.064" v="120"/>
          <ac:spMkLst>
            <pc:docMk/>
            <pc:sldMk cId="588594708" sldId="257"/>
            <ac:spMk id="2" creationId="{99AC2F33-9D7C-0851-B794-E4A26D853BE1}"/>
          </ac:spMkLst>
        </pc:spChg>
        <pc:spChg chg="add del mod">
          <ac:chgData name="Xiaochen Liu" userId="S::xiali125@student.liu.se::abd81b73-5fac-4f2e-acc6-9dad46494714" providerId="AD" clId="Web-{8F0B451A-2168-EE8A-12A1-ADD547AFC165}" dt="2025-05-11T14:55:21.080" v="121"/>
          <ac:spMkLst>
            <pc:docMk/>
            <pc:sldMk cId="588594708" sldId="257"/>
            <ac:spMk id="3" creationId="{E94BBEBC-9D00-C56B-5FE3-4FF38805C4BC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5:04.455" v="113"/>
          <ac:spMkLst>
            <pc:docMk/>
            <pc:sldMk cId="588594708" sldId="257"/>
            <ac:spMk id="8" creationId="{5F710FDB-0919-493E-8539-8240C23F1EB2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5:08.564" v="115"/>
          <ac:spMkLst>
            <pc:docMk/>
            <pc:sldMk cId="588594708" sldId="257"/>
            <ac:spMk id="13" creationId="{5F710FDB-0919-493E-8539-8240C23F1EB2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5:11.049" v="117"/>
          <ac:spMkLst>
            <pc:docMk/>
            <pc:sldMk cId="588594708" sldId="257"/>
            <ac:spMk id="16" creationId="{5F710FDB-0919-493E-8539-8240C23F1EB2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5:21.080" v="121"/>
          <ac:spMkLst>
            <pc:docMk/>
            <pc:sldMk cId="588594708" sldId="257"/>
            <ac:spMk id="19" creationId="{5F710FDB-0919-493E-8539-8240C23F1EB2}"/>
          </ac:spMkLst>
        </pc:spChg>
        <pc:spChg chg="add">
          <ac:chgData name="Xiaochen Liu" userId="S::xiali125@student.liu.se::abd81b73-5fac-4f2e-acc6-9dad46494714" providerId="AD" clId="Web-{8F0B451A-2168-EE8A-12A1-ADD547AFC165}" dt="2025-05-11T14:55:21.080" v="121"/>
          <ac:spMkLst>
            <pc:docMk/>
            <pc:sldMk cId="588594708" sldId="257"/>
            <ac:spMk id="25" creationId="{5F710FDB-0919-493E-8539-8240C23F1EB2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5:21.064" v="120"/>
          <ac:spMkLst>
            <pc:docMk/>
            <pc:sldMk cId="588594708" sldId="257"/>
            <ac:spMk id="26" creationId="{F68B2C62-7648-4430-90D5-AE0F252AF113}"/>
          </ac:spMkLst>
        </pc:spChg>
        <pc:spChg chg="add">
          <ac:chgData name="Xiaochen Liu" userId="S::xiali125@student.liu.se::abd81b73-5fac-4f2e-acc6-9dad46494714" providerId="AD" clId="Web-{8F0B451A-2168-EE8A-12A1-ADD547AFC165}" dt="2025-05-11T14:55:21.080" v="121"/>
          <ac:spMkLst>
            <pc:docMk/>
            <pc:sldMk cId="588594708" sldId="257"/>
            <ac:spMk id="30" creationId="{E94BBEBC-9D00-C56B-5FE3-4FF38805C4BC}"/>
          </ac:spMkLst>
        </pc:spChg>
        <pc:graphicFrameChg chg="add del">
          <ac:chgData name="Xiaochen Liu" userId="S::xiali125@student.liu.se::abd81b73-5fac-4f2e-acc6-9dad46494714" providerId="AD" clId="Web-{8F0B451A-2168-EE8A-12A1-ADD547AFC165}" dt="2025-05-11T14:55:21.064" v="120"/>
          <ac:graphicFrameMkLst>
            <pc:docMk/>
            <pc:sldMk cId="588594708" sldId="257"/>
            <ac:graphicFrameMk id="22" creationId="{0F514BD6-EAFC-C8F5-D866-93C40B698387}"/>
          </ac:graphicFrameMkLst>
        </pc:graphicFrameChg>
        <pc:cxnChg chg="add del">
          <ac:chgData name="Xiaochen Liu" userId="S::xiali125@student.liu.se::abd81b73-5fac-4f2e-acc6-9dad46494714" providerId="AD" clId="Web-{8F0B451A-2168-EE8A-12A1-ADD547AFC165}" dt="2025-05-11T14:55:04.455" v="113"/>
          <ac:cxnSpMkLst>
            <pc:docMk/>
            <pc:sldMk cId="588594708" sldId="257"/>
            <ac:cxnSpMk id="10" creationId="{8230C0A8-3E5C-476B-A64B-4D4FDE8D5A7C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5:08.564" v="115"/>
          <ac:cxnSpMkLst>
            <pc:docMk/>
            <pc:sldMk cId="588594708" sldId="257"/>
            <ac:cxnSpMk id="12" creationId="{872AE332-6ACA-45BE-875F-91A291D4A40D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5:08.564" v="115"/>
          <ac:cxnSpMkLst>
            <pc:docMk/>
            <pc:sldMk cId="588594708" sldId="257"/>
            <ac:cxnSpMk id="14" creationId="{22F20000-FD86-48F6-9363-FEC90C932DCD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5:11.049" v="117"/>
          <ac:cxnSpMkLst>
            <pc:docMk/>
            <pc:sldMk cId="588594708" sldId="257"/>
            <ac:cxnSpMk id="17" creationId="{F9EFE17E-B5DA-47FC-A72C-F0C7C86495CC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5:21.080" v="121"/>
          <ac:cxnSpMkLst>
            <pc:docMk/>
            <pc:sldMk cId="588594708" sldId="257"/>
            <ac:cxnSpMk id="20" creationId="{0AFF0B6C-73E2-4B40-9280-938C14922C87}"/>
          </ac:cxnSpMkLst>
        </pc:cxnChg>
        <pc:cxnChg chg="add">
          <ac:chgData name="Xiaochen Liu" userId="S::xiali125@student.liu.se::abd81b73-5fac-4f2e-acc6-9dad46494714" providerId="AD" clId="Web-{8F0B451A-2168-EE8A-12A1-ADD547AFC165}" dt="2025-05-11T14:55:21.080" v="121"/>
          <ac:cxnSpMkLst>
            <pc:docMk/>
            <pc:sldMk cId="588594708" sldId="257"/>
            <ac:cxnSpMk id="27" creationId="{0AFF0B6C-73E2-4B40-9280-938C14922C87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5:21.064" v="120"/>
          <ac:cxnSpMkLst>
            <pc:docMk/>
            <pc:sldMk cId="588594708" sldId="257"/>
            <ac:cxnSpMk id="28" creationId="{4BFD5B9F-5FB6-467D-83D5-DF82F1907354}"/>
          </ac:cxnSpMkLst>
        </pc:cxnChg>
      </pc:sldChg>
      <pc:sldChg chg="new del">
        <pc:chgData name="Xiaochen Liu" userId="S::xiali125@student.liu.se::abd81b73-5fac-4f2e-acc6-9dad46494714" providerId="AD" clId="Web-{8F0B451A-2168-EE8A-12A1-ADD547AFC165}" dt="2025-05-11T14:33:49.164" v="11"/>
        <pc:sldMkLst>
          <pc:docMk/>
          <pc:sldMk cId="2805677178" sldId="257"/>
        </pc:sldMkLst>
      </pc:sldChg>
      <pc:sldChg chg="del mod">
        <pc:chgData name="Xiaochen Liu" userId="S::xiali125@student.liu.se::abd81b73-5fac-4f2e-acc6-9dad46494714" providerId="AD" clId="Web-{8F0B451A-2168-EE8A-12A1-ADD547AFC165}" dt="2025-05-11T14:33:43.445" v="7"/>
        <pc:sldMkLst>
          <pc:docMk/>
          <pc:sldMk cId="751867063" sldId="258"/>
        </pc:sldMkLst>
      </pc:sldChg>
      <pc:sldChg chg="addSp delSp modSp new mod setBg">
        <pc:chgData name="Xiaochen Liu" userId="S::xiali125@student.liu.se::abd81b73-5fac-4f2e-acc6-9dad46494714" providerId="AD" clId="Web-{8F0B451A-2168-EE8A-12A1-ADD547AFC165}" dt="2025-05-11T14:54:49.751" v="111"/>
        <pc:sldMkLst>
          <pc:docMk/>
          <pc:sldMk cId="2660073418" sldId="258"/>
        </pc:sldMkLst>
        <pc:spChg chg="mod">
          <ac:chgData name="Xiaochen Liu" userId="S::xiali125@student.liu.se::abd81b73-5fac-4f2e-acc6-9dad46494714" providerId="AD" clId="Web-{8F0B451A-2168-EE8A-12A1-ADD547AFC165}" dt="2025-05-11T14:54:49.751" v="111"/>
          <ac:spMkLst>
            <pc:docMk/>
            <pc:sldMk cId="2660073418" sldId="258"/>
            <ac:spMk id="2" creationId="{FADF2E7D-9AB4-6C90-B575-C13F31BCAB97}"/>
          </ac:spMkLst>
        </pc:spChg>
        <pc:spChg chg="mod">
          <ac:chgData name="Xiaochen Liu" userId="S::xiali125@student.liu.se::abd81b73-5fac-4f2e-acc6-9dad46494714" providerId="AD" clId="Web-{8F0B451A-2168-EE8A-12A1-ADD547AFC165}" dt="2025-05-11T14:54:49.751" v="111"/>
          <ac:spMkLst>
            <pc:docMk/>
            <pc:sldMk cId="2660073418" sldId="258"/>
            <ac:spMk id="3" creationId="{91D11E3F-C34D-15EA-CC4B-618D2AE70FC1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4:40.204" v="104"/>
          <ac:spMkLst>
            <pc:docMk/>
            <pc:sldMk cId="2660073418" sldId="258"/>
            <ac:spMk id="8" creationId="{5F710FDB-0919-493E-8539-8240C23F1EB2}"/>
          </ac:spMkLst>
        </pc:spChg>
        <pc:spChg chg="add">
          <ac:chgData name="Xiaochen Liu" userId="S::xiali125@student.liu.se::abd81b73-5fac-4f2e-acc6-9dad46494714" providerId="AD" clId="Web-{8F0B451A-2168-EE8A-12A1-ADD547AFC165}" dt="2025-05-11T14:54:49.751" v="111"/>
          <ac:spMkLst>
            <pc:docMk/>
            <pc:sldMk cId="2660073418" sldId="258"/>
            <ac:spMk id="9" creationId="{E49D7415-2F11-44C2-B6AA-13A25B6814B9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4:42.954" v="106"/>
          <ac:spMkLst>
            <pc:docMk/>
            <pc:sldMk cId="2660073418" sldId="258"/>
            <ac:spMk id="14" creationId="{E49D7415-2F11-44C2-B6AA-13A25B6814B9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4:47.220" v="108"/>
          <ac:spMkLst>
            <pc:docMk/>
            <pc:sldMk cId="2660073418" sldId="258"/>
            <ac:spMk id="17" creationId="{E49D7415-2F11-44C2-B6AA-13A25B6814B9}"/>
          </ac:spMkLst>
        </pc:spChg>
        <pc:spChg chg="add del">
          <ac:chgData name="Xiaochen Liu" userId="S::xiali125@student.liu.se::abd81b73-5fac-4f2e-acc6-9dad46494714" providerId="AD" clId="Web-{8F0B451A-2168-EE8A-12A1-ADD547AFC165}" dt="2025-05-11T14:54:49.720" v="110"/>
          <ac:spMkLst>
            <pc:docMk/>
            <pc:sldMk cId="2660073418" sldId="258"/>
            <ac:spMk id="22" creationId="{5F710FDB-0919-493E-8539-8240C23F1EB2}"/>
          </ac:spMkLst>
        </pc:spChg>
        <pc:picChg chg="add">
          <ac:chgData name="Xiaochen Liu" userId="S::xiali125@student.liu.se::abd81b73-5fac-4f2e-acc6-9dad46494714" providerId="AD" clId="Web-{8F0B451A-2168-EE8A-12A1-ADD547AFC165}" dt="2025-05-11T14:54:49.751" v="111"/>
          <ac:picMkLst>
            <pc:docMk/>
            <pc:sldMk cId="2660073418" sldId="258"/>
            <ac:picMk id="5" creationId="{A15715B2-A79D-6CB5-134B-D107B28759FE}"/>
          </ac:picMkLst>
        </pc:picChg>
        <pc:picChg chg="add del">
          <ac:chgData name="Xiaochen Liu" userId="S::xiali125@student.liu.se::abd81b73-5fac-4f2e-acc6-9dad46494714" providerId="AD" clId="Web-{8F0B451A-2168-EE8A-12A1-ADD547AFC165}" dt="2025-05-11T14:54:42.954" v="106"/>
          <ac:picMkLst>
            <pc:docMk/>
            <pc:sldMk cId="2660073418" sldId="258"/>
            <ac:picMk id="7" creationId="{8DBEB59D-C71B-46D9-1ECF-6434DD2EBC29}"/>
          </ac:picMkLst>
        </pc:picChg>
        <pc:picChg chg="add del">
          <ac:chgData name="Xiaochen Liu" userId="S::xiali125@student.liu.se::abd81b73-5fac-4f2e-acc6-9dad46494714" providerId="AD" clId="Web-{8F0B451A-2168-EE8A-12A1-ADD547AFC165}" dt="2025-05-11T14:54:47.220" v="108"/>
          <ac:picMkLst>
            <pc:docMk/>
            <pc:sldMk cId="2660073418" sldId="258"/>
            <ac:picMk id="19" creationId="{4EC06BD7-36CE-3D4D-F500-887670B953A2}"/>
          </ac:picMkLst>
        </pc:picChg>
        <pc:cxnChg chg="add del">
          <ac:chgData name="Xiaochen Liu" userId="S::xiali125@student.liu.se::abd81b73-5fac-4f2e-acc6-9dad46494714" providerId="AD" clId="Web-{8F0B451A-2168-EE8A-12A1-ADD547AFC165}" dt="2025-05-11T14:54:40.204" v="104"/>
          <ac:cxnSpMkLst>
            <pc:docMk/>
            <pc:sldMk cId="2660073418" sldId="258"/>
            <ac:cxnSpMk id="10" creationId="{22F20000-FD86-48F6-9363-FEC90C932DCD}"/>
          </ac:cxnSpMkLst>
        </pc:cxnChg>
        <pc:cxnChg chg="add">
          <ac:chgData name="Xiaochen Liu" userId="S::xiali125@student.liu.se::abd81b73-5fac-4f2e-acc6-9dad46494714" providerId="AD" clId="Web-{8F0B451A-2168-EE8A-12A1-ADD547AFC165}" dt="2025-05-11T14:54:49.751" v="111"/>
          <ac:cxnSpMkLst>
            <pc:docMk/>
            <pc:sldMk cId="2660073418" sldId="258"/>
            <ac:cxnSpMk id="11" creationId="{3815BE95-1337-20E2-B2EF-5DA486F72FCB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4:40.204" v="104"/>
          <ac:cxnSpMkLst>
            <pc:docMk/>
            <pc:sldMk cId="2660073418" sldId="258"/>
            <ac:cxnSpMk id="12" creationId="{872AE332-6ACA-45BE-875F-91A291D4A40D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4:42.954" v="106"/>
          <ac:cxnSpMkLst>
            <pc:docMk/>
            <pc:sldMk cId="2660073418" sldId="258"/>
            <ac:cxnSpMk id="15" creationId="{40ADC89C-EB4E-4AA5-ABBD-448BEC5FA3C4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4:47.220" v="108"/>
          <ac:cxnSpMkLst>
            <pc:docMk/>
            <pc:sldMk cId="2660073418" sldId="258"/>
            <ac:cxnSpMk id="18" creationId="{D2E57F3D-33BE-4306-87E6-245763719516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4:47.220" v="108"/>
          <ac:cxnSpMkLst>
            <pc:docMk/>
            <pc:sldMk cId="2660073418" sldId="258"/>
            <ac:cxnSpMk id="20" creationId="{8E0104E4-99BC-494F-8342-F250828E574F}"/>
          </ac:cxnSpMkLst>
        </pc:cxnChg>
        <pc:cxnChg chg="add del">
          <ac:chgData name="Xiaochen Liu" userId="S::xiali125@student.liu.se::abd81b73-5fac-4f2e-acc6-9dad46494714" providerId="AD" clId="Web-{8F0B451A-2168-EE8A-12A1-ADD547AFC165}" dt="2025-05-11T14:54:49.720" v="110"/>
          <ac:cxnSpMkLst>
            <pc:docMk/>
            <pc:sldMk cId="2660073418" sldId="258"/>
            <ac:cxnSpMk id="23" creationId="{0AFF0B6C-73E2-4B40-9280-938C14922C87}"/>
          </ac:cxnSpMkLst>
        </pc:cxnChg>
      </pc:sldChg>
      <pc:sldChg chg="del mod">
        <pc:chgData name="Xiaochen Liu" userId="S::xiali125@student.liu.se::abd81b73-5fac-4f2e-acc6-9dad46494714" providerId="AD" clId="Web-{8F0B451A-2168-EE8A-12A1-ADD547AFC165}" dt="2025-05-11T14:33:43.992" v="8"/>
        <pc:sldMkLst>
          <pc:docMk/>
          <pc:sldMk cId="747356869" sldId="259"/>
        </pc:sldMkLst>
      </pc:sldChg>
      <pc:sldChg chg="addSp delSp modSp new del mod setBg">
        <pc:chgData name="Xiaochen Liu" userId="S::xiali125@student.liu.se::abd81b73-5fac-4f2e-acc6-9dad46494714" providerId="AD" clId="Web-{8F0B451A-2168-EE8A-12A1-ADD547AFC165}" dt="2025-05-11T14:33:46.195" v="9"/>
        <pc:sldMkLst>
          <pc:docMk/>
          <pc:sldMk cId="4231114500" sldId="260"/>
        </pc:sldMkLst>
        <pc:spChg chg="del">
          <ac:chgData name="Xiaochen Liu" userId="S::xiali125@student.liu.se::abd81b73-5fac-4f2e-acc6-9dad46494714" providerId="AD" clId="Web-{8F0B451A-2168-EE8A-12A1-ADD547AFC165}" dt="2025-05-11T14:32:36.194" v="1"/>
          <ac:spMkLst>
            <pc:docMk/>
            <pc:sldMk cId="4231114500" sldId="260"/>
            <ac:spMk id="3" creationId="{67C51268-27ED-DB58-E4C7-69C5BB7C3EF0}"/>
          </ac:spMkLst>
        </pc:spChg>
        <pc:spChg chg="add mod">
          <ac:chgData name="Xiaochen Liu" userId="S::xiali125@student.liu.se::abd81b73-5fac-4f2e-acc6-9dad46494714" providerId="AD" clId="Web-{8F0B451A-2168-EE8A-12A1-ADD547AFC165}" dt="2025-05-11T14:32:54.054" v="5"/>
          <ac:spMkLst>
            <pc:docMk/>
            <pc:sldMk cId="4231114500" sldId="260"/>
            <ac:spMk id="7" creationId="{5DF7AC73-7AB6-4C52-F459-709B70452F64}"/>
          </ac:spMkLst>
        </pc:spChg>
        <pc:picChg chg="add del mod ord">
          <ac:chgData name="Xiaochen Liu" userId="S::xiali125@student.liu.se::abd81b73-5fac-4f2e-acc6-9dad46494714" providerId="AD" clId="Web-{8F0B451A-2168-EE8A-12A1-ADD547AFC165}" dt="2025-05-11T14:32:54.054" v="5"/>
          <ac:picMkLst>
            <pc:docMk/>
            <pc:sldMk cId="4231114500" sldId="260"/>
            <ac:picMk id="4" creationId="{229DAFE5-5900-0ABA-CE76-5156F7EED03A}"/>
          </ac:picMkLst>
        </pc:picChg>
        <pc:picChg chg="add del mod">
          <ac:chgData name="Xiaochen Liu" userId="S::xiali125@student.liu.se::abd81b73-5fac-4f2e-acc6-9dad46494714" providerId="AD" clId="Web-{8F0B451A-2168-EE8A-12A1-ADD547AFC165}" dt="2025-05-11T14:32:43.928" v="3"/>
          <ac:picMkLst>
            <pc:docMk/>
            <pc:sldMk cId="4231114500" sldId="260"/>
            <ac:picMk id="5" creationId="{C7D6F5B8-026B-8F77-4AE3-66FA14E73B66}"/>
          </ac:picMkLst>
        </pc:picChg>
      </pc:sldChg>
      <pc:sldMasterChg chg="mod setBg modSldLayout">
        <pc:chgData name="Xiaochen Liu" userId="S::xiali125@student.liu.se::abd81b73-5fac-4f2e-acc6-9dad46494714" providerId="AD" clId="Web-{8F0B451A-2168-EE8A-12A1-ADD547AFC165}" dt="2025-05-11T14:33:02.491" v="6"/>
        <pc:sldMasterMkLst>
          <pc:docMk/>
          <pc:sldMasterMk cId="1336218542" sldId="2147483709"/>
        </pc:sldMasterMkLst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3044729337" sldId="2147483698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136217218" sldId="2147483699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2087530762" sldId="2147483700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1411949052" sldId="2147483701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3720604021" sldId="2147483702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1378693163" sldId="2147483703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3308413298" sldId="2147483704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284957516" sldId="2147483705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142291044" sldId="2147483706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441640765" sldId="2147483707"/>
          </pc:sldLayoutMkLst>
        </pc:sldLayoutChg>
        <pc:sldLayoutChg chg="mod">
          <pc:chgData name="Xiaochen Liu" userId="S::xiali125@student.liu.se::abd81b73-5fac-4f2e-acc6-9dad46494714" providerId="AD" clId="Web-{8F0B451A-2168-EE8A-12A1-ADD547AFC165}" dt="2025-05-11T14:33:02.491" v="6"/>
          <pc:sldLayoutMkLst>
            <pc:docMk/>
            <pc:sldMasterMk cId="1336218542" sldId="2147483709"/>
            <pc:sldLayoutMk cId="423144640" sldId="2147483708"/>
          </pc:sldLayoutMkLst>
        </pc:sldLayoutChg>
      </pc:sldMasterChg>
    </pc:docChg>
  </pc:docChgLst>
  <pc:docChgLst>
    <pc:chgData name="Xiaochen" userId="abd81b73-5fac-4f2e-acc6-9dad46494714" providerId="ADAL" clId="{78B3CDA1-93C9-4FF0-8C83-15BD2CF43ED6}"/>
    <pc:docChg chg="custSel modSld">
      <pc:chgData name="Xiaochen" userId="abd81b73-5fac-4f2e-acc6-9dad46494714" providerId="ADAL" clId="{78B3CDA1-93C9-4FF0-8C83-15BD2CF43ED6}" dt="2025-05-11T21:02:43.072" v="520" actId="20577"/>
      <pc:docMkLst>
        <pc:docMk/>
      </pc:docMkLst>
      <pc:sldChg chg="modSp mod modNotesTx">
        <pc:chgData name="Xiaochen" userId="abd81b73-5fac-4f2e-acc6-9dad46494714" providerId="ADAL" clId="{78B3CDA1-93C9-4FF0-8C83-15BD2CF43ED6}" dt="2025-05-11T20:55:47.164" v="89" actId="27636"/>
        <pc:sldMkLst>
          <pc:docMk/>
          <pc:sldMk cId="2660073418" sldId="258"/>
        </pc:sldMkLst>
        <pc:spChg chg="mod">
          <ac:chgData name="Xiaochen" userId="abd81b73-5fac-4f2e-acc6-9dad46494714" providerId="ADAL" clId="{78B3CDA1-93C9-4FF0-8C83-15BD2CF43ED6}" dt="2025-05-11T20:55:47.164" v="89" actId="27636"/>
          <ac:spMkLst>
            <pc:docMk/>
            <pc:sldMk cId="2660073418" sldId="258"/>
            <ac:spMk id="3" creationId="{91D11E3F-C34D-15EA-CC4B-618D2AE70FC1}"/>
          </ac:spMkLst>
        </pc:spChg>
      </pc:sldChg>
      <pc:sldChg chg="modNotesTx">
        <pc:chgData name="Xiaochen" userId="abd81b73-5fac-4f2e-acc6-9dad46494714" providerId="ADAL" clId="{78B3CDA1-93C9-4FF0-8C83-15BD2CF43ED6}" dt="2025-05-11T21:02:43.072" v="520" actId="20577"/>
        <pc:sldMkLst>
          <pc:docMk/>
          <pc:sldMk cId="1918892740" sldId="259"/>
        </pc:sldMkLst>
      </pc:sldChg>
      <pc:sldChg chg="modSp mod modNotesTx">
        <pc:chgData name="Xiaochen" userId="abd81b73-5fac-4f2e-acc6-9dad46494714" providerId="ADAL" clId="{78B3CDA1-93C9-4FF0-8C83-15BD2CF43ED6}" dt="2025-05-11T20:57:53.315" v="176" actId="20577"/>
        <pc:sldMkLst>
          <pc:docMk/>
          <pc:sldMk cId="3468769369" sldId="263"/>
        </pc:sldMkLst>
        <pc:spChg chg="mod">
          <ac:chgData name="Xiaochen" userId="abd81b73-5fac-4f2e-acc6-9dad46494714" providerId="ADAL" clId="{78B3CDA1-93C9-4FF0-8C83-15BD2CF43ED6}" dt="2025-05-11T20:57:09.910" v="131" actId="27636"/>
          <ac:spMkLst>
            <pc:docMk/>
            <pc:sldMk cId="3468769369" sldId="263"/>
            <ac:spMk id="3" creationId="{B6351427-101D-C2C5-60E1-5EEF93B61EC2}"/>
          </ac:spMkLst>
        </pc:spChg>
      </pc:sldChg>
    </pc:docChg>
  </pc:docChgLst>
  <pc:docChgLst>
    <pc:chgData name="Liuxi Mei" userId="4a2017d1-348b-48dc-9e5e-0d6496604b56" providerId="ADAL" clId="{650311D2-658E-BE4D-83C1-AC69B4DE21CF}"/>
    <pc:docChg chg="undo custSel addSld modSld modSection">
      <pc:chgData name="Liuxi Mei" userId="4a2017d1-348b-48dc-9e5e-0d6496604b56" providerId="ADAL" clId="{650311D2-658E-BE4D-83C1-AC69B4DE21CF}" dt="2025-05-12T11:14:24.474" v="2004" actId="20577"/>
      <pc:docMkLst>
        <pc:docMk/>
      </pc:docMkLst>
      <pc:sldChg chg="addSp delSp modSp mod setBg modNotesTx">
        <pc:chgData name="Liuxi Mei" userId="4a2017d1-348b-48dc-9e5e-0d6496604b56" providerId="ADAL" clId="{650311D2-658E-BE4D-83C1-AC69B4DE21CF}" dt="2025-05-12T11:14:24.474" v="2004" actId="20577"/>
        <pc:sldMkLst>
          <pc:docMk/>
          <pc:sldMk cId="1918892740" sldId="259"/>
        </pc:sldMkLst>
        <pc:spChg chg="mod">
          <ac:chgData name="Liuxi Mei" userId="4a2017d1-348b-48dc-9e5e-0d6496604b56" providerId="ADAL" clId="{650311D2-658E-BE4D-83C1-AC69B4DE21CF}" dt="2025-05-11T16:34:14.691" v="199" actId="1076"/>
          <ac:spMkLst>
            <pc:docMk/>
            <pc:sldMk cId="1918892740" sldId="259"/>
            <ac:spMk id="2" creationId="{5E5CEEC8-1560-64FD-E57A-F0E8089AB832}"/>
          </ac:spMkLst>
        </pc:spChg>
        <pc:spChg chg="mod">
          <ac:chgData name="Liuxi Mei" userId="4a2017d1-348b-48dc-9e5e-0d6496604b56" providerId="ADAL" clId="{650311D2-658E-BE4D-83C1-AC69B4DE21CF}" dt="2025-05-11T16:36:16.902" v="214" actId="1076"/>
          <ac:spMkLst>
            <pc:docMk/>
            <pc:sldMk cId="1918892740" sldId="259"/>
            <ac:spMk id="3" creationId="{28D9057C-AE1C-0F0D-00D7-730FB5CE2D93}"/>
          </ac:spMkLst>
        </pc:spChg>
        <pc:spChg chg="add mod">
          <ac:chgData name="Liuxi Mei" userId="4a2017d1-348b-48dc-9e5e-0d6496604b56" providerId="ADAL" clId="{650311D2-658E-BE4D-83C1-AC69B4DE21CF}" dt="2025-05-11T17:13:45.859" v="359" actId="1076"/>
          <ac:spMkLst>
            <pc:docMk/>
            <pc:sldMk cId="1918892740" sldId="259"/>
            <ac:spMk id="9" creationId="{6E7F5745-1A86-9AB9-83FD-ADB33B156774}"/>
          </ac:spMkLst>
        </pc:spChg>
        <pc:spChg chg="add mod">
          <ac:chgData name="Liuxi Mei" userId="4a2017d1-348b-48dc-9e5e-0d6496604b56" providerId="ADAL" clId="{650311D2-658E-BE4D-83C1-AC69B4DE21CF}" dt="2025-05-11T16:36:06.074" v="212" actId="108"/>
          <ac:spMkLst>
            <pc:docMk/>
            <pc:sldMk cId="1918892740" sldId="259"/>
            <ac:spMk id="10" creationId="{E25A0E0F-926D-A998-5C2F-943C68B1B28D}"/>
          </ac:spMkLst>
        </pc:spChg>
        <pc:spChg chg="add mod">
          <ac:chgData name="Liuxi Mei" userId="4a2017d1-348b-48dc-9e5e-0d6496604b56" providerId="ADAL" clId="{650311D2-658E-BE4D-83C1-AC69B4DE21CF}" dt="2025-05-11T17:08:39.061" v="243" actId="20577"/>
          <ac:spMkLst>
            <pc:docMk/>
            <pc:sldMk cId="1918892740" sldId="259"/>
            <ac:spMk id="11" creationId="{3D545EDC-3637-71BA-3CC6-6470899575E2}"/>
          </ac:spMkLst>
        </pc:spChg>
        <pc:spChg chg="add mod">
          <ac:chgData name="Liuxi Mei" userId="4a2017d1-348b-48dc-9e5e-0d6496604b56" providerId="ADAL" clId="{650311D2-658E-BE4D-83C1-AC69B4DE21CF}" dt="2025-05-11T17:13:06.421" v="323" actId="1076"/>
          <ac:spMkLst>
            <pc:docMk/>
            <pc:sldMk cId="1918892740" sldId="259"/>
            <ac:spMk id="12" creationId="{2F226796-C0B7-4706-A623-DF79468BAD5D}"/>
          </ac:spMkLst>
        </pc:spChg>
        <pc:spChg chg="add mod">
          <ac:chgData name="Liuxi Mei" userId="4a2017d1-348b-48dc-9e5e-0d6496604b56" providerId="ADAL" clId="{650311D2-658E-BE4D-83C1-AC69B4DE21CF}" dt="2025-05-11T17:10:17.890" v="277" actId="1076"/>
          <ac:spMkLst>
            <pc:docMk/>
            <pc:sldMk cId="1918892740" sldId="259"/>
            <ac:spMk id="13" creationId="{01893B5D-D90E-7F93-7993-31573ACAE842}"/>
          </ac:spMkLst>
        </pc:spChg>
        <pc:spChg chg="add mod">
          <ac:chgData name="Liuxi Mei" userId="4a2017d1-348b-48dc-9e5e-0d6496604b56" providerId="ADAL" clId="{650311D2-658E-BE4D-83C1-AC69B4DE21CF}" dt="2025-05-11T17:13:21.706" v="339" actId="1076"/>
          <ac:spMkLst>
            <pc:docMk/>
            <pc:sldMk cId="1918892740" sldId="259"/>
            <ac:spMk id="17" creationId="{BD9A9B13-8570-F98A-A35A-02EA0FFB9859}"/>
          </ac:spMkLst>
        </pc:spChg>
        <pc:spChg chg="add mod">
          <ac:chgData name="Liuxi Mei" userId="4a2017d1-348b-48dc-9e5e-0d6496604b56" providerId="ADAL" clId="{650311D2-658E-BE4D-83C1-AC69B4DE21CF}" dt="2025-05-11T17:12:20.776" v="312" actId="1076"/>
          <ac:spMkLst>
            <pc:docMk/>
            <pc:sldMk cId="1918892740" sldId="259"/>
            <ac:spMk id="20" creationId="{7BFBAA7A-2117-4A5B-15AF-510E7305618F}"/>
          </ac:spMkLst>
        </pc:spChg>
        <pc:spChg chg="add mod">
          <ac:chgData name="Liuxi Mei" userId="4a2017d1-348b-48dc-9e5e-0d6496604b56" providerId="ADAL" clId="{650311D2-658E-BE4D-83C1-AC69B4DE21CF}" dt="2025-05-11T17:44:17.621" v="579" actId="20577"/>
          <ac:spMkLst>
            <pc:docMk/>
            <pc:sldMk cId="1918892740" sldId="259"/>
            <ac:spMk id="25" creationId="{9CBAE045-3E5B-A233-4C64-54755D3C4A47}"/>
          </ac:spMkLst>
        </pc:spChg>
        <pc:spChg chg="add mod">
          <ac:chgData name="Liuxi Mei" userId="4a2017d1-348b-48dc-9e5e-0d6496604b56" providerId="ADAL" clId="{650311D2-658E-BE4D-83C1-AC69B4DE21CF}" dt="2025-05-11T19:56:20.422" v="917" actId="207"/>
          <ac:spMkLst>
            <pc:docMk/>
            <pc:sldMk cId="1918892740" sldId="259"/>
            <ac:spMk id="33" creationId="{5C450AD6-16B1-8A5A-53EB-5CB4ABE222CD}"/>
          </ac:spMkLst>
        </pc:spChg>
        <pc:spChg chg="add mod">
          <ac:chgData name="Liuxi Mei" userId="4a2017d1-348b-48dc-9e5e-0d6496604b56" providerId="ADAL" clId="{650311D2-658E-BE4D-83C1-AC69B4DE21CF}" dt="2025-05-12T07:12:29.918" v="1164" actId="1076"/>
          <ac:spMkLst>
            <pc:docMk/>
            <pc:sldMk cId="1918892740" sldId="259"/>
            <ac:spMk id="37" creationId="{0E055EE0-92FD-D050-4FCD-C434107A2BA3}"/>
          </ac:spMkLst>
        </pc:spChg>
        <pc:picChg chg="add mod">
          <ac:chgData name="Liuxi Mei" userId="4a2017d1-348b-48dc-9e5e-0d6496604b56" providerId="ADAL" clId="{650311D2-658E-BE4D-83C1-AC69B4DE21CF}" dt="2025-05-11T17:13:16.767" v="337" actId="1076"/>
          <ac:picMkLst>
            <pc:docMk/>
            <pc:sldMk cId="1918892740" sldId="259"/>
            <ac:picMk id="4" creationId="{BF961400-DC78-8B2C-044E-178ECC7FAD74}"/>
          </ac:picMkLst>
        </pc:picChg>
        <pc:picChg chg="add mod">
          <ac:chgData name="Liuxi Mei" userId="4a2017d1-348b-48dc-9e5e-0d6496604b56" providerId="ADAL" clId="{650311D2-658E-BE4D-83C1-AC69B4DE21CF}" dt="2025-05-12T09:00:48.918" v="1315" actId="1076"/>
          <ac:picMkLst>
            <pc:docMk/>
            <pc:sldMk cId="1918892740" sldId="259"/>
            <ac:picMk id="5" creationId="{90DBE39F-7E71-CFA6-B440-1209F7014BE5}"/>
          </ac:picMkLst>
        </pc:picChg>
        <pc:picChg chg="add mod">
          <ac:chgData name="Liuxi Mei" userId="4a2017d1-348b-48dc-9e5e-0d6496604b56" providerId="ADAL" clId="{650311D2-658E-BE4D-83C1-AC69B4DE21CF}" dt="2025-05-11T16:22:20.934" v="18" actId="1076"/>
          <ac:picMkLst>
            <pc:docMk/>
            <pc:sldMk cId="1918892740" sldId="259"/>
            <ac:picMk id="6" creationId="{95F480D4-CC57-7C62-CF96-D03412EDEC0B}"/>
          </ac:picMkLst>
        </pc:picChg>
        <pc:picChg chg="add del mod">
          <ac:chgData name="Liuxi Mei" userId="4a2017d1-348b-48dc-9e5e-0d6496604b56" providerId="ADAL" clId="{650311D2-658E-BE4D-83C1-AC69B4DE21CF}" dt="2025-05-11T17:09:36.143" v="264" actId="478"/>
          <ac:picMkLst>
            <pc:docMk/>
            <pc:sldMk cId="1918892740" sldId="259"/>
            <ac:picMk id="7" creationId="{D0FFA44E-9D2B-9194-F96D-3F1231B3CD86}"/>
          </ac:picMkLst>
        </pc:picChg>
        <pc:picChg chg="add del mod">
          <ac:chgData name="Liuxi Mei" userId="4a2017d1-348b-48dc-9e5e-0d6496604b56" providerId="ADAL" clId="{650311D2-658E-BE4D-83C1-AC69B4DE21CF}" dt="2025-05-11T17:07:34.968" v="225" actId="478"/>
          <ac:picMkLst>
            <pc:docMk/>
            <pc:sldMk cId="1918892740" sldId="259"/>
            <ac:picMk id="8" creationId="{5EF044B3-509B-EDBF-ACF3-325938F8A071}"/>
          </ac:picMkLst>
        </pc:picChg>
        <pc:picChg chg="add del mod">
          <ac:chgData name="Liuxi Mei" userId="4a2017d1-348b-48dc-9e5e-0d6496604b56" providerId="ADAL" clId="{650311D2-658E-BE4D-83C1-AC69B4DE21CF}" dt="2025-05-11T17:11:19.713" v="294" actId="478"/>
          <ac:picMkLst>
            <pc:docMk/>
            <pc:sldMk cId="1918892740" sldId="259"/>
            <ac:picMk id="24" creationId="{D6309C5C-FCF6-E74B-EE87-9CFE9E9734D4}"/>
          </ac:picMkLst>
        </pc:picChg>
        <pc:picChg chg="add">
          <ac:chgData name="Liuxi Mei" userId="4a2017d1-348b-48dc-9e5e-0d6496604b56" providerId="ADAL" clId="{650311D2-658E-BE4D-83C1-AC69B4DE21CF}" dt="2025-05-11T17:20:49.185" v="373"/>
          <ac:picMkLst>
            <pc:docMk/>
            <pc:sldMk cId="1918892740" sldId="259"/>
            <ac:picMk id="2050" creationId="{8752B5EF-AD9D-EAA4-B70F-7EC508490CEB}"/>
          </ac:picMkLst>
        </pc:picChg>
        <pc:cxnChg chg="add mod">
          <ac:chgData name="Liuxi Mei" userId="4a2017d1-348b-48dc-9e5e-0d6496604b56" providerId="ADAL" clId="{650311D2-658E-BE4D-83C1-AC69B4DE21CF}" dt="2025-05-11T17:10:17.890" v="277" actId="1076"/>
          <ac:cxnSpMkLst>
            <pc:docMk/>
            <pc:sldMk cId="1918892740" sldId="259"/>
            <ac:cxnSpMk id="15" creationId="{5070E47C-1BB0-0CCA-D6CE-8097D3EE6F2A}"/>
          </ac:cxnSpMkLst>
        </pc:cxnChg>
        <pc:cxnChg chg="add">
          <ac:chgData name="Liuxi Mei" userId="4a2017d1-348b-48dc-9e5e-0d6496604b56" providerId="ADAL" clId="{650311D2-658E-BE4D-83C1-AC69B4DE21CF}" dt="2025-05-11T17:10:55.447" v="284" actId="11529"/>
          <ac:cxnSpMkLst>
            <pc:docMk/>
            <pc:sldMk cId="1918892740" sldId="259"/>
            <ac:cxnSpMk id="23" creationId="{4F9F8E62-E164-4589-41BD-95D7B22CDE21}"/>
          </ac:cxnSpMkLst>
        </pc:cxnChg>
        <pc:cxnChg chg="add mod">
          <ac:chgData name="Liuxi Mei" userId="4a2017d1-348b-48dc-9e5e-0d6496604b56" providerId="ADAL" clId="{650311D2-658E-BE4D-83C1-AC69B4DE21CF}" dt="2025-05-11T17:13:16.767" v="337" actId="1076"/>
          <ac:cxnSpMkLst>
            <pc:docMk/>
            <pc:sldMk cId="1918892740" sldId="259"/>
            <ac:cxnSpMk id="27" creationId="{ADC66663-5C1C-8A28-9EEA-C3ACD3FD9798}"/>
          </ac:cxnSpMkLst>
        </pc:cxnChg>
        <pc:cxnChg chg="add mod">
          <ac:chgData name="Liuxi Mei" userId="4a2017d1-348b-48dc-9e5e-0d6496604b56" providerId="ADAL" clId="{650311D2-658E-BE4D-83C1-AC69B4DE21CF}" dt="2025-05-12T09:00:51.707" v="1316" actId="14100"/>
          <ac:cxnSpMkLst>
            <pc:docMk/>
            <pc:sldMk cId="1918892740" sldId="259"/>
            <ac:cxnSpMk id="30" creationId="{846D04D5-4D80-1026-E815-D1BF6A765C9E}"/>
          </ac:cxnSpMkLst>
        </pc:cxnChg>
        <pc:cxnChg chg="add">
          <ac:chgData name="Liuxi Mei" userId="4a2017d1-348b-48dc-9e5e-0d6496604b56" providerId="ADAL" clId="{650311D2-658E-BE4D-83C1-AC69B4DE21CF}" dt="2025-05-11T17:12:18.682" v="311" actId="11529"/>
          <ac:cxnSpMkLst>
            <pc:docMk/>
            <pc:sldMk cId="1918892740" sldId="259"/>
            <ac:cxnSpMk id="32" creationId="{700FB697-7F6E-2CF4-1825-D1BE6ABFDB6D}"/>
          </ac:cxnSpMkLst>
        </pc:cxnChg>
        <pc:cxnChg chg="add mod">
          <ac:chgData name="Liuxi Mei" userId="4a2017d1-348b-48dc-9e5e-0d6496604b56" providerId="ADAL" clId="{650311D2-658E-BE4D-83C1-AC69B4DE21CF}" dt="2025-05-11T17:12:51.157" v="315" actId="1076"/>
          <ac:cxnSpMkLst>
            <pc:docMk/>
            <pc:sldMk cId="1918892740" sldId="259"/>
            <ac:cxnSpMk id="35" creationId="{83A552DB-E7BE-11DC-E463-0E2950335C5C}"/>
          </ac:cxnSpMkLst>
        </pc:cxnChg>
      </pc:sldChg>
      <pc:sldChg chg="addSp delSp modSp new mod setBg">
        <pc:chgData name="Liuxi Mei" userId="4a2017d1-348b-48dc-9e5e-0d6496604b56" providerId="ADAL" clId="{650311D2-658E-BE4D-83C1-AC69B4DE21CF}" dt="2025-05-12T08:47:52.790" v="1312" actId="255"/>
        <pc:sldMkLst>
          <pc:docMk/>
          <pc:sldMk cId="2432915659" sldId="260"/>
        </pc:sldMkLst>
        <pc:spChg chg="mod">
          <ac:chgData name="Liuxi Mei" userId="4a2017d1-348b-48dc-9e5e-0d6496604b56" providerId="ADAL" clId="{650311D2-658E-BE4D-83C1-AC69B4DE21CF}" dt="2025-05-11T16:32:21.387" v="183" actId="20577"/>
          <ac:spMkLst>
            <pc:docMk/>
            <pc:sldMk cId="2432915659" sldId="260"/>
            <ac:spMk id="2" creationId="{A47C51A4-B293-AA87-61E8-6038EA859C39}"/>
          </ac:spMkLst>
        </pc:spChg>
        <pc:spChg chg="mod">
          <ac:chgData name="Liuxi Mei" userId="4a2017d1-348b-48dc-9e5e-0d6496604b56" providerId="ADAL" clId="{650311D2-658E-BE4D-83C1-AC69B4DE21CF}" dt="2025-05-11T16:32:39.449" v="188" actId="1076"/>
          <ac:spMkLst>
            <pc:docMk/>
            <pc:sldMk cId="2432915659" sldId="260"/>
            <ac:spMk id="3" creationId="{1A062990-3661-9400-0638-183204B067EF}"/>
          </ac:spMkLst>
        </pc:spChg>
        <pc:spChg chg="add del mod">
          <ac:chgData name="Liuxi Mei" userId="4a2017d1-348b-48dc-9e5e-0d6496604b56" providerId="ADAL" clId="{650311D2-658E-BE4D-83C1-AC69B4DE21CF}" dt="2025-05-11T22:13:01.999" v="989" actId="478"/>
          <ac:spMkLst>
            <pc:docMk/>
            <pc:sldMk cId="2432915659" sldId="260"/>
            <ac:spMk id="5" creationId="{979987B6-DD78-BCA9-DB83-2776CABBD7E2}"/>
          </ac:spMkLst>
        </pc:spChg>
        <pc:spChg chg="add del mod">
          <ac:chgData name="Liuxi Mei" userId="4a2017d1-348b-48dc-9e5e-0d6496604b56" providerId="ADAL" clId="{650311D2-658E-BE4D-83C1-AC69B4DE21CF}" dt="2025-05-11T22:13:04.826" v="993" actId="478"/>
          <ac:spMkLst>
            <pc:docMk/>
            <pc:sldMk cId="2432915659" sldId="260"/>
            <ac:spMk id="6" creationId="{29DDE119-4A5F-2435-DB01-E8143723997F}"/>
          </ac:spMkLst>
        </pc:spChg>
        <pc:spChg chg="add del mod">
          <ac:chgData name="Liuxi Mei" userId="4a2017d1-348b-48dc-9e5e-0d6496604b56" providerId="ADAL" clId="{650311D2-658E-BE4D-83C1-AC69B4DE21CF}" dt="2025-05-11T22:13:13.667" v="1002" actId="478"/>
          <ac:spMkLst>
            <pc:docMk/>
            <pc:sldMk cId="2432915659" sldId="260"/>
            <ac:spMk id="7" creationId="{05907ED9-2552-4109-F025-BA6C439C3139}"/>
          </ac:spMkLst>
        </pc:spChg>
        <pc:spChg chg="add del mod">
          <ac:chgData name="Liuxi Mei" userId="4a2017d1-348b-48dc-9e5e-0d6496604b56" providerId="ADAL" clId="{650311D2-658E-BE4D-83C1-AC69B4DE21CF}" dt="2025-05-11T22:13:04.176" v="992" actId="478"/>
          <ac:spMkLst>
            <pc:docMk/>
            <pc:sldMk cId="2432915659" sldId="260"/>
            <ac:spMk id="8" creationId="{CA8569F8-D06E-6CC2-32FD-A90BAF5A3C6E}"/>
          </ac:spMkLst>
        </pc:spChg>
        <pc:spChg chg="add del mod">
          <ac:chgData name="Liuxi Mei" userId="4a2017d1-348b-48dc-9e5e-0d6496604b56" providerId="ADAL" clId="{650311D2-658E-BE4D-83C1-AC69B4DE21CF}" dt="2025-05-11T22:13:16.847" v="1005" actId="478"/>
          <ac:spMkLst>
            <pc:docMk/>
            <pc:sldMk cId="2432915659" sldId="260"/>
            <ac:spMk id="9" creationId="{0F60BACE-AF65-E586-AA61-4AA2FF1AA2BB}"/>
          </ac:spMkLst>
        </pc:spChg>
        <pc:spChg chg="add del mod">
          <ac:chgData name="Liuxi Mei" userId="4a2017d1-348b-48dc-9e5e-0d6496604b56" providerId="ADAL" clId="{650311D2-658E-BE4D-83C1-AC69B4DE21CF}" dt="2025-05-12T08:47:52.790" v="1312" actId="255"/>
          <ac:spMkLst>
            <pc:docMk/>
            <pc:sldMk cId="2432915659" sldId="260"/>
            <ac:spMk id="10" creationId="{05C4040A-FCD0-A4C7-D3AA-B5B937C0FA90}"/>
          </ac:spMkLst>
        </pc:spChg>
        <pc:spChg chg="add del mod">
          <ac:chgData name="Liuxi Mei" userId="4a2017d1-348b-48dc-9e5e-0d6496604b56" providerId="ADAL" clId="{650311D2-658E-BE4D-83C1-AC69B4DE21CF}" dt="2025-05-11T22:13:08.033" v="997" actId="478"/>
          <ac:spMkLst>
            <pc:docMk/>
            <pc:sldMk cId="2432915659" sldId="260"/>
            <ac:spMk id="24" creationId="{19270289-66AD-B280-EC7C-06782119C0B9}"/>
          </ac:spMkLst>
        </pc:spChg>
        <pc:spChg chg="add del mod">
          <ac:chgData name="Liuxi Mei" userId="4a2017d1-348b-48dc-9e5e-0d6496604b56" providerId="ADAL" clId="{650311D2-658E-BE4D-83C1-AC69B4DE21CF}" dt="2025-05-11T22:13:19.993" v="1009" actId="478"/>
          <ac:spMkLst>
            <pc:docMk/>
            <pc:sldMk cId="2432915659" sldId="260"/>
            <ac:spMk id="28" creationId="{24D7401A-C1F2-D2AD-3112-427BF1639C62}"/>
          </ac:spMkLst>
        </pc:spChg>
        <pc:picChg chg="add del">
          <ac:chgData name="Liuxi Mei" userId="4a2017d1-348b-48dc-9e5e-0d6496604b56" providerId="ADAL" clId="{650311D2-658E-BE4D-83C1-AC69B4DE21CF}" dt="2025-05-11T17:27:53.547" v="470" actId="478"/>
          <ac:picMkLst>
            <pc:docMk/>
            <pc:sldMk cId="2432915659" sldId="260"/>
            <ac:picMk id="4" creationId="{22457086-4E96-3B38-F3F7-913337C7CA09}"/>
          </ac:picMkLst>
        </pc:picChg>
        <pc:picChg chg="add del mod">
          <ac:chgData name="Liuxi Mei" userId="4a2017d1-348b-48dc-9e5e-0d6496604b56" providerId="ADAL" clId="{650311D2-658E-BE4D-83C1-AC69B4DE21CF}" dt="2025-05-11T22:21:21.661" v="1018" actId="478"/>
          <ac:picMkLst>
            <pc:docMk/>
            <pc:sldMk cId="2432915659" sldId="260"/>
            <ac:picMk id="43" creationId="{936B0F9F-A17D-37D6-4A98-0AB81129A0C5}"/>
          </ac:picMkLst>
        </pc:picChg>
        <pc:picChg chg="add mod">
          <ac:chgData name="Liuxi Mei" userId="4a2017d1-348b-48dc-9e5e-0d6496604b56" providerId="ADAL" clId="{650311D2-658E-BE4D-83C1-AC69B4DE21CF}" dt="2025-05-12T08:41:12.491" v="1277" actId="1076"/>
          <ac:picMkLst>
            <pc:docMk/>
            <pc:sldMk cId="2432915659" sldId="260"/>
            <ac:picMk id="44" creationId="{1108589B-EF7D-4EBE-37DB-4D5A7F99E73C}"/>
          </ac:picMkLst>
        </pc:picChg>
        <pc:picChg chg="add del">
          <ac:chgData name="Liuxi Mei" userId="4a2017d1-348b-48dc-9e5e-0d6496604b56" providerId="ADAL" clId="{650311D2-658E-BE4D-83C1-AC69B4DE21CF}" dt="2025-05-11T22:13:39.989" v="1013" actId="478"/>
          <ac:picMkLst>
            <pc:docMk/>
            <pc:sldMk cId="2432915659" sldId="260"/>
            <ac:picMk id="3074" creationId="{CF76676B-CD45-26DF-EFC3-64A8A068D3D4}"/>
          </ac:picMkLst>
        </pc:picChg>
        <pc:picChg chg="add mod">
          <ac:chgData name="Liuxi Mei" userId="4a2017d1-348b-48dc-9e5e-0d6496604b56" providerId="ADAL" clId="{650311D2-658E-BE4D-83C1-AC69B4DE21CF}" dt="2025-05-11T22:13:31.059" v="1012"/>
          <ac:picMkLst>
            <pc:docMk/>
            <pc:sldMk cId="2432915659" sldId="260"/>
            <ac:picMk id="3076" creationId="{DA95AF9D-202F-FCC1-ADFB-B6F237AF3EFD}"/>
          </ac:picMkLst>
        </pc:picChg>
        <pc:cxnChg chg="add del mod">
          <ac:chgData name="Liuxi Mei" userId="4a2017d1-348b-48dc-9e5e-0d6496604b56" providerId="ADAL" clId="{650311D2-658E-BE4D-83C1-AC69B4DE21CF}" dt="2025-05-11T22:13:16.032" v="1004" actId="478"/>
          <ac:cxnSpMkLst>
            <pc:docMk/>
            <pc:sldMk cId="2432915659" sldId="260"/>
            <ac:cxnSpMk id="11" creationId="{F891D5F8-231C-2ADF-CEF2-4D66F44BCCCC}"/>
          </ac:cxnSpMkLst>
        </pc:cxnChg>
        <pc:cxnChg chg="add del mod">
          <ac:chgData name="Liuxi Mei" userId="4a2017d1-348b-48dc-9e5e-0d6496604b56" providerId="ADAL" clId="{650311D2-658E-BE4D-83C1-AC69B4DE21CF}" dt="2025-05-11T22:13:17.703" v="1006" actId="478"/>
          <ac:cxnSpMkLst>
            <pc:docMk/>
            <pc:sldMk cId="2432915659" sldId="260"/>
            <ac:cxnSpMk id="13" creationId="{18C3B78B-93CA-E823-97CF-D3B86DA3E093}"/>
          </ac:cxnSpMkLst>
        </pc:cxnChg>
        <pc:cxnChg chg="add del mod">
          <ac:chgData name="Liuxi Mei" userId="4a2017d1-348b-48dc-9e5e-0d6496604b56" providerId="ADAL" clId="{650311D2-658E-BE4D-83C1-AC69B4DE21CF}" dt="2025-05-11T22:13:12.028" v="1000" actId="478"/>
          <ac:cxnSpMkLst>
            <pc:docMk/>
            <pc:sldMk cId="2432915659" sldId="260"/>
            <ac:cxnSpMk id="23" creationId="{19626A2E-92DD-83B1-ED67-8045BB69E93E}"/>
          </ac:cxnSpMkLst>
        </pc:cxnChg>
        <pc:cxnChg chg="add del mod">
          <ac:chgData name="Liuxi Mei" userId="4a2017d1-348b-48dc-9e5e-0d6496604b56" providerId="ADAL" clId="{650311D2-658E-BE4D-83C1-AC69B4DE21CF}" dt="2025-05-11T22:13:12.929" v="1001" actId="478"/>
          <ac:cxnSpMkLst>
            <pc:docMk/>
            <pc:sldMk cId="2432915659" sldId="260"/>
            <ac:cxnSpMk id="26" creationId="{052610EB-68BA-6F6D-9345-9B6BFC221FCD}"/>
          </ac:cxnSpMkLst>
        </pc:cxnChg>
        <pc:cxnChg chg="add del mod">
          <ac:chgData name="Liuxi Mei" userId="4a2017d1-348b-48dc-9e5e-0d6496604b56" providerId="ADAL" clId="{650311D2-658E-BE4D-83C1-AC69B4DE21CF}" dt="2025-05-11T22:13:18.547" v="1007" actId="478"/>
          <ac:cxnSpMkLst>
            <pc:docMk/>
            <pc:sldMk cId="2432915659" sldId="260"/>
            <ac:cxnSpMk id="30" creationId="{C7E1D2CD-8F19-3672-F4A1-27ADE1937707}"/>
          </ac:cxnSpMkLst>
        </pc:cxnChg>
        <pc:cxnChg chg="add del mod">
          <ac:chgData name="Liuxi Mei" userId="4a2017d1-348b-48dc-9e5e-0d6496604b56" providerId="ADAL" clId="{650311D2-658E-BE4D-83C1-AC69B4DE21CF}" dt="2025-05-11T22:13:19.357" v="1008" actId="478"/>
          <ac:cxnSpMkLst>
            <pc:docMk/>
            <pc:sldMk cId="2432915659" sldId="260"/>
            <ac:cxnSpMk id="33" creationId="{B567A5A7-914B-D777-E1E1-45AD5081318A}"/>
          </ac:cxnSpMkLst>
        </pc:cxnChg>
      </pc:sldChg>
      <pc:sldChg chg="addSp delSp modSp new mod setBg">
        <pc:chgData name="Liuxi Mei" userId="4a2017d1-348b-48dc-9e5e-0d6496604b56" providerId="ADAL" clId="{650311D2-658E-BE4D-83C1-AC69B4DE21CF}" dt="2025-05-12T09:14:17.934" v="1428" actId="1076"/>
        <pc:sldMkLst>
          <pc:docMk/>
          <pc:sldMk cId="4099069066" sldId="261"/>
        </pc:sldMkLst>
        <pc:spChg chg="mod">
          <ac:chgData name="Liuxi Mei" userId="4a2017d1-348b-48dc-9e5e-0d6496604b56" providerId="ADAL" clId="{650311D2-658E-BE4D-83C1-AC69B4DE21CF}" dt="2025-05-11T19:07:03.752" v="665" actId="20577"/>
          <ac:spMkLst>
            <pc:docMk/>
            <pc:sldMk cId="4099069066" sldId="261"/>
            <ac:spMk id="2" creationId="{395E7592-D5FA-7F95-D509-B377892EF0EF}"/>
          </ac:spMkLst>
        </pc:spChg>
        <pc:spChg chg="del">
          <ac:chgData name="Liuxi Mei" userId="4a2017d1-348b-48dc-9e5e-0d6496604b56" providerId="ADAL" clId="{650311D2-658E-BE4D-83C1-AC69B4DE21CF}" dt="2025-05-11T19:06:46.477" v="652" actId="478"/>
          <ac:spMkLst>
            <pc:docMk/>
            <pc:sldMk cId="4099069066" sldId="261"/>
            <ac:spMk id="3" creationId="{EC3B7CF5-E6DC-829A-F6AF-9004C77DB4CC}"/>
          </ac:spMkLst>
        </pc:spChg>
        <pc:spChg chg="add mod">
          <ac:chgData name="Liuxi Mei" userId="4a2017d1-348b-48dc-9e5e-0d6496604b56" providerId="ADAL" clId="{650311D2-658E-BE4D-83C1-AC69B4DE21CF}" dt="2025-05-11T19:31:28.456" v="680" actId="207"/>
          <ac:spMkLst>
            <pc:docMk/>
            <pc:sldMk cId="4099069066" sldId="261"/>
            <ac:spMk id="4" creationId="{1CEF912F-79B9-81E8-34EB-6C10000FF887}"/>
          </ac:spMkLst>
        </pc:spChg>
        <pc:spChg chg="add mod">
          <ac:chgData name="Liuxi Mei" userId="4a2017d1-348b-48dc-9e5e-0d6496604b56" providerId="ADAL" clId="{650311D2-658E-BE4D-83C1-AC69B4DE21CF}" dt="2025-05-12T08:44:45.114" v="1299" actId="1076"/>
          <ac:spMkLst>
            <pc:docMk/>
            <pc:sldMk cId="4099069066" sldId="261"/>
            <ac:spMk id="5" creationId="{86D55891-89E2-111C-2FB2-4886F4F2F115}"/>
          </ac:spMkLst>
        </pc:spChg>
        <pc:spChg chg="add mod">
          <ac:chgData name="Liuxi Mei" userId="4a2017d1-348b-48dc-9e5e-0d6496604b56" providerId="ADAL" clId="{650311D2-658E-BE4D-83C1-AC69B4DE21CF}" dt="2025-05-11T19:31:33.185" v="681" actId="207"/>
          <ac:spMkLst>
            <pc:docMk/>
            <pc:sldMk cId="4099069066" sldId="261"/>
            <ac:spMk id="6" creationId="{930BA91C-17C3-E5AC-A2BE-E3C4AE3F5FE7}"/>
          </ac:spMkLst>
        </pc:spChg>
        <pc:spChg chg="add mod">
          <ac:chgData name="Liuxi Mei" userId="4a2017d1-348b-48dc-9e5e-0d6496604b56" providerId="ADAL" clId="{650311D2-658E-BE4D-83C1-AC69B4DE21CF}" dt="2025-05-11T21:28:04.566" v="949" actId="1076"/>
          <ac:spMkLst>
            <pc:docMk/>
            <pc:sldMk cId="4099069066" sldId="261"/>
            <ac:spMk id="7" creationId="{43E62A3C-A47C-5211-C84B-AF7A572BDB65}"/>
          </ac:spMkLst>
        </pc:spChg>
        <pc:spChg chg="add mod">
          <ac:chgData name="Liuxi Mei" userId="4a2017d1-348b-48dc-9e5e-0d6496604b56" providerId="ADAL" clId="{650311D2-658E-BE4D-83C1-AC69B4DE21CF}" dt="2025-05-11T21:19:55.885" v="918" actId="1076"/>
          <ac:spMkLst>
            <pc:docMk/>
            <pc:sldMk cId="4099069066" sldId="261"/>
            <ac:spMk id="14" creationId="{CB5F711E-A8D9-4AAF-56A0-71505078833D}"/>
          </ac:spMkLst>
        </pc:spChg>
        <pc:spChg chg="add mod">
          <ac:chgData name="Liuxi Mei" userId="4a2017d1-348b-48dc-9e5e-0d6496604b56" providerId="ADAL" clId="{650311D2-658E-BE4D-83C1-AC69B4DE21CF}" dt="2025-05-11T19:55:11.742" v="916" actId="20577"/>
          <ac:spMkLst>
            <pc:docMk/>
            <pc:sldMk cId="4099069066" sldId="261"/>
            <ac:spMk id="19" creationId="{F2055B35-3873-DB7B-9CA1-C809B87A018F}"/>
          </ac:spMkLst>
        </pc:spChg>
        <pc:spChg chg="add mod">
          <ac:chgData name="Liuxi Mei" userId="4a2017d1-348b-48dc-9e5e-0d6496604b56" providerId="ADAL" clId="{650311D2-658E-BE4D-83C1-AC69B4DE21CF}" dt="2025-05-12T09:02:42.070" v="1349" actId="1076"/>
          <ac:spMkLst>
            <pc:docMk/>
            <pc:sldMk cId="4099069066" sldId="261"/>
            <ac:spMk id="20" creationId="{2FBC35ED-2D1E-76A6-CD21-BAC9219BB36E}"/>
          </ac:spMkLst>
        </pc:spChg>
        <pc:spChg chg="add mod">
          <ac:chgData name="Liuxi Mei" userId="4a2017d1-348b-48dc-9e5e-0d6496604b56" providerId="ADAL" clId="{650311D2-658E-BE4D-83C1-AC69B4DE21CF}" dt="2025-05-12T09:14:10.049" v="1419" actId="20577"/>
          <ac:spMkLst>
            <pc:docMk/>
            <pc:sldMk cId="4099069066" sldId="261"/>
            <ac:spMk id="32" creationId="{95822ABD-581A-F367-2A74-14C4E28B872E}"/>
          </ac:spMkLst>
        </pc:spChg>
        <pc:spChg chg="add mod">
          <ac:chgData name="Liuxi Mei" userId="4a2017d1-348b-48dc-9e5e-0d6496604b56" providerId="ADAL" clId="{650311D2-658E-BE4D-83C1-AC69B4DE21CF}" dt="2025-05-12T09:14:17.934" v="1428" actId="1076"/>
          <ac:spMkLst>
            <pc:docMk/>
            <pc:sldMk cId="4099069066" sldId="261"/>
            <ac:spMk id="43" creationId="{A0E10607-EBB8-307F-3444-17E9F6363802}"/>
          </ac:spMkLst>
        </pc:spChg>
        <pc:spChg chg="add mod">
          <ac:chgData name="Liuxi Mei" userId="4a2017d1-348b-48dc-9e5e-0d6496604b56" providerId="ADAL" clId="{650311D2-658E-BE4D-83C1-AC69B4DE21CF}" dt="2025-05-12T09:11:55.483" v="1411" actId="5793"/>
          <ac:spMkLst>
            <pc:docMk/>
            <pc:sldMk cId="4099069066" sldId="261"/>
            <ac:spMk id="56" creationId="{8C160DE0-C6CC-B9AD-4B2C-E78772BB1371}"/>
          </ac:spMkLst>
        </pc:spChg>
        <pc:spChg chg="add mod">
          <ac:chgData name="Liuxi Mei" userId="4a2017d1-348b-48dc-9e5e-0d6496604b56" providerId="ADAL" clId="{650311D2-658E-BE4D-83C1-AC69B4DE21CF}" dt="2025-05-12T08:42:18.198" v="1296" actId="1076"/>
          <ac:spMkLst>
            <pc:docMk/>
            <pc:sldMk cId="4099069066" sldId="261"/>
            <ac:spMk id="57" creationId="{93137F02-5C2C-6CA3-7CA8-A46E498B09AA}"/>
          </ac:spMkLst>
        </pc:spChg>
        <pc:spChg chg="add del mod">
          <ac:chgData name="Liuxi Mei" userId="4a2017d1-348b-48dc-9e5e-0d6496604b56" providerId="ADAL" clId="{650311D2-658E-BE4D-83C1-AC69B4DE21CF}" dt="2025-05-12T09:04:42.277" v="1351" actId="478"/>
          <ac:spMkLst>
            <pc:docMk/>
            <pc:sldMk cId="4099069066" sldId="261"/>
            <ac:spMk id="67" creationId="{51BA62D3-A872-E03A-296E-626249E3BE7A}"/>
          </ac:spMkLst>
        </pc:spChg>
        <pc:spChg chg="add mod">
          <ac:chgData name="Liuxi Mei" userId="4a2017d1-348b-48dc-9e5e-0d6496604b56" providerId="ADAL" clId="{650311D2-658E-BE4D-83C1-AC69B4DE21CF}" dt="2025-05-12T09:08:09.630" v="1403" actId="1076"/>
          <ac:spMkLst>
            <pc:docMk/>
            <pc:sldMk cId="4099069066" sldId="261"/>
            <ac:spMk id="71" creationId="{89DDBE5F-ABCB-5D53-CF1C-691E57153883}"/>
          </ac:spMkLst>
        </pc:spChg>
        <pc:cxnChg chg="add mod">
          <ac:chgData name="Liuxi Mei" userId="4a2017d1-348b-48dc-9e5e-0d6496604b56" providerId="ADAL" clId="{650311D2-658E-BE4D-83C1-AC69B4DE21CF}" dt="2025-05-11T21:28:04.566" v="949" actId="1076"/>
          <ac:cxnSpMkLst>
            <pc:docMk/>
            <pc:sldMk cId="4099069066" sldId="261"/>
            <ac:cxnSpMk id="9" creationId="{B72D74EC-4B4C-8CDA-58E8-5E239D07DE0C}"/>
          </ac:cxnSpMkLst>
        </pc:cxnChg>
        <pc:cxnChg chg="add mod">
          <ac:chgData name="Liuxi Mei" userId="4a2017d1-348b-48dc-9e5e-0d6496604b56" providerId="ADAL" clId="{650311D2-658E-BE4D-83C1-AC69B4DE21CF}" dt="2025-05-12T08:44:45.114" v="1299" actId="1076"/>
          <ac:cxnSpMkLst>
            <pc:docMk/>
            <pc:sldMk cId="4099069066" sldId="261"/>
            <ac:cxnSpMk id="11" creationId="{FBEA4ECA-6782-9B2B-E4A5-1A186DA769CC}"/>
          </ac:cxnSpMkLst>
        </pc:cxnChg>
        <pc:cxnChg chg="add mod">
          <ac:chgData name="Liuxi Mei" userId="4a2017d1-348b-48dc-9e5e-0d6496604b56" providerId="ADAL" clId="{650311D2-658E-BE4D-83C1-AC69B4DE21CF}" dt="2025-05-11T21:28:04.566" v="949" actId="1076"/>
          <ac:cxnSpMkLst>
            <pc:docMk/>
            <pc:sldMk cId="4099069066" sldId="261"/>
            <ac:cxnSpMk id="13" creationId="{1DB43373-B817-9220-7367-179650091FA0}"/>
          </ac:cxnSpMkLst>
        </pc:cxnChg>
        <pc:cxnChg chg="add del mod">
          <ac:chgData name="Liuxi Mei" userId="4a2017d1-348b-48dc-9e5e-0d6496604b56" providerId="ADAL" clId="{650311D2-658E-BE4D-83C1-AC69B4DE21CF}" dt="2025-05-11T21:53:54.717" v="950" actId="478"/>
          <ac:cxnSpMkLst>
            <pc:docMk/>
            <pc:sldMk cId="4099069066" sldId="261"/>
            <ac:cxnSpMk id="16" creationId="{04E8999C-5426-CB67-5F0A-E4A32210DAAC}"/>
          </ac:cxnSpMkLst>
        </pc:cxnChg>
        <pc:cxnChg chg="add mod">
          <ac:chgData name="Liuxi Mei" userId="4a2017d1-348b-48dc-9e5e-0d6496604b56" providerId="ADAL" clId="{650311D2-658E-BE4D-83C1-AC69B4DE21CF}" dt="2025-05-12T08:44:47.306" v="1300" actId="14100"/>
          <ac:cxnSpMkLst>
            <pc:docMk/>
            <pc:sldMk cId="4099069066" sldId="261"/>
            <ac:cxnSpMk id="22" creationId="{EFD32151-71FB-0FA3-836A-2D6B095AC0BE}"/>
          </ac:cxnSpMkLst>
        </pc:cxnChg>
        <pc:cxnChg chg="add mod">
          <ac:chgData name="Liuxi Mei" userId="4a2017d1-348b-48dc-9e5e-0d6496604b56" providerId="ADAL" clId="{650311D2-658E-BE4D-83C1-AC69B4DE21CF}" dt="2025-05-12T09:05:01.460" v="1354" actId="14100"/>
          <ac:cxnSpMkLst>
            <pc:docMk/>
            <pc:sldMk cId="4099069066" sldId="261"/>
            <ac:cxnSpMk id="37" creationId="{2F8C452B-994F-7482-FE52-44CB4994625C}"/>
          </ac:cxnSpMkLst>
        </pc:cxnChg>
        <pc:cxnChg chg="add mod">
          <ac:chgData name="Liuxi Mei" userId="4a2017d1-348b-48dc-9e5e-0d6496604b56" providerId="ADAL" clId="{650311D2-658E-BE4D-83C1-AC69B4DE21CF}" dt="2025-05-12T09:04:59.486" v="1353" actId="14100"/>
          <ac:cxnSpMkLst>
            <pc:docMk/>
            <pc:sldMk cId="4099069066" sldId="261"/>
            <ac:cxnSpMk id="39" creationId="{3EF185D4-6E73-1101-2473-658C2C365B31}"/>
          </ac:cxnSpMkLst>
        </pc:cxnChg>
        <pc:cxnChg chg="add del mod">
          <ac:chgData name="Liuxi Mei" userId="4a2017d1-348b-48dc-9e5e-0d6496604b56" providerId="ADAL" clId="{650311D2-658E-BE4D-83C1-AC69B4DE21CF}" dt="2025-05-11T21:53:57.541" v="951" actId="478"/>
          <ac:cxnSpMkLst>
            <pc:docMk/>
            <pc:sldMk cId="4099069066" sldId="261"/>
            <ac:cxnSpMk id="45" creationId="{65C10D78-A614-49E1-8E31-1CC158444EDF}"/>
          </ac:cxnSpMkLst>
        </pc:cxnChg>
        <pc:cxnChg chg="add mod">
          <ac:chgData name="Liuxi Mei" userId="4a2017d1-348b-48dc-9e5e-0d6496604b56" providerId="ADAL" clId="{650311D2-658E-BE4D-83C1-AC69B4DE21CF}" dt="2025-05-12T09:04:50.665" v="1352" actId="14100"/>
          <ac:cxnSpMkLst>
            <pc:docMk/>
            <pc:sldMk cId="4099069066" sldId="261"/>
            <ac:cxnSpMk id="50" creationId="{38231AA1-FD45-CC84-F802-E785DBD9DE9C}"/>
          </ac:cxnSpMkLst>
        </pc:cxnChg>
        <pc:cxnChg chg="add">
          <ac:chgData name="Liuxi Mei" userId="4a2017d1-348b-48dc-9e5e-0d6496604b56" providerId="ADAL" clId="{650311D2-658E-BE4D-83C1-AC69B4DE21CF}" dt="2025-05-11T21:54:24.217" v="954" actId="11529"/>
          <ac:cxnSpMkLst>
            <pc:docMk/>
            <pc:sldMk cId="4099069066" sldId="261"/>
            <ac:cxnSpMk id="53" creationId="{22348C0C-36CF-247E-DE8A-80F755ABE99A}"/>
          </ac:cxnSpMkLst>
        </pc:cxnChg>
        <pc:cxnChg chg="add">
          <ac:chgData name="Liuxi Mei" userId="4a2017d1-348b-48dc-9e5e-0d6496604b56" providerId="ADAL" clId="{650311D2-658E-BE4D-83C1-AC69B4DE21CF}" dt="2025-05-11T22:03:57.012" v="955" actId="11529"/>
          <ac:cxnSpMkLst>
            <pc:docMk/>
            <pc:sldMk cId="4099069066" sldId="261"/>
            <ac:cxnSpMk id="55" creationId="{D3FED336-1C77-2970-567A-D6466435B4DA}"/>
          </ac:cxnSpMkLst>
        </pc:cxnChg>
      </pc:sldChg>
      <pc:sldChg chg="addSp delSp modSp new mod setBg">
        <pc:chgData name="Liuxi Mei" userId="4a2017d1-348b-48dc-9e5e-0d6496604b56" providerId="ADAL" clId="{650311D2-658E-BE4D-83C1-AC69B4DE21CF}" dt="2025-05-12T10:49:55.796" v="1903" actId="11529"/>
        <pc:sldMkLst>
          <pc:docMk/>
          <pc:sldMk cId="3601681852" sldId="262"/>
        </pc:sldMkLst>
        <pc:spChg chg="add del mod">
          <ac:chgData name="Liuxi Mei" userId="4a2017d1-348b-48dc-9e5e-0d6496604b56" providerId="ADAL" clId="{650311D2-658E-BE4D-83C1-AC69B4DE21CF}" dt="2025-05-12T09:02:06.711" v="1344" actId="20577"/>
          <ac:spMkLst>
            <pc:docMk/>
            <pc:sldMk cId="3601681852" sldId="262"/>
            <ac:spMk id="2" creationId="{C169D2E8-A77F-746D-47E0-71960EC70156}"/>
          </ac:spMkLst>
        </pc:spChg>
        <pc:spChg chg="del mod">
          <ac:chgData name="Liuxi Mei" userId="4a2017d1-348b-48dc-9e5e-0d6496604b56" providerId="ADAL" clId="{650311D2-658E-BE4D-83C1-AC69B4DE21CF}" dt="2025-05-11T17:21:33.967" v="377" actId="478"/>
          <ac:spMkLst>
            <pc:docMk/>
            <pc:sldMk cId="3601681852" sldId="262"/>
            <ac:spMk id="3" creationId="{CDBFF019-B49F-E729-E49E-B4FC9E9F58DA}"/>
          </ac:spMkLst>
        </pc:spChg>
        <pc:spChg chg="mod">
          <ac:chgData name="Liuxi Mei" userId="4a2017d1-348b-48dc-9e5e-0d6496604b56" providerId="ADAL" clId="{650311D2-658E-BE4D-83C1-AC69B4DE21CF}" dt="2025-05-12T10:46:01.538" v="1898" actId="1076"/>
          <ac:spMkLst>
            <pc:docMk/>
            <pc:sldMk cId="3601681852" sldId="262"/>
            <ac:spMk id="5" creationId="{22667809-877F-81C1-9BE7-8CE1DD68795E}"/>
          </ac:spMkLst>
        </pc:spChg>
        <pc:spChg chg="add del mod">
          <ac:chgData name="Liuxi Mei" userId="4a2017d1-348b-48dc-9e5e-0d6496604b56" providerId="ADAL" clId="{650311D2-658E-BE4D-83C1-AC69B4DE21CF}" dt="2025-05-11T17:23:26.721" v="421" actId="478"/>
          <ac:spMkLst>
            <pc:docMk/>
            <pc:sldMk cId="3601681852" sldId="262"/>
            <ac:spMk id="6" creationId="{8BF69B06-380B-08CD-4619-8A80A07849C0}"/>
          </ac:spMkLst>
        </pc:spChg>
        <pc:spChg chg="add del mod">
          <ac:chgData name="Liuxi Mei" userId="4a2017d1-348b-48dc-9e5e-0d6496604b56" providerId="ADAL" clId="{650311D2-658E-BE4D-83C1-AC69B4DE21CF}" dt="2025-05-11T17:23:24.186" v="415" actId="767"/>
          <ac:spMkLst>
            <pc:docMk/>
            <pc:sldMk cId="3601681852" sldId="262"/>
            <ac:spMk id="7" creationId="{0E821F6B-6E93-8931-05BA-614253641795}"/>
          </ac:spMkLst>
        </pc:spChg>
        <pc:spChg chg="add del">
          <ac:chgData name="Liuxi Mei" userId="4a2017d1-348b-48dc-9e5e-0d6496604b56" providerId="ADAL" clId="{650311D2-658E-BE4D-83C1-AC69B4DE21CF}" dt="2025-05-11T17:29:34.962" v="474" actId="478"/>
          <ac:spMkLst>
            <pc:docMk/>
            <pc:sldMk cId="3601681852" sldId="262"/>
            <ac:spMk id="12" creationId="{21CC8653-9E9A-3742-A0CB-D9B7263A97F1}"/>
          </ac:spMkLst>
        </pc:spChg>
        <pc:picChg chg="add del mod">
          <ac:chgData name="Liuxi Mei" userId="4a2017d1-348b-48dc-9e5e-0d6496604b56" providerId="ADAL" clId="{650311D2-658E-BE4D-83C1-AC69B4DE21CF}" dt="2025-05-11T17:23:28.931" v="422" actId="478"/>
          <ac:picMkLst>
            <pc:docMk/>
            <pc:sldMk cId="3601681852" sldId="262"/>
            <ac:picMk id="4" creationId="{2E0F50BD-E350-DC4B-65A3-82DFF5F3DC7C}"/>
          </ac:picMkLst>
        </pc:picChg>
        <pc:picChg chg="add mod">
          <ac:chgData name="Liuxi Mei" userId="4a2017d1-348b-48dc-9e5e-0d6496604b56" providerId="ADAL" clId="{650311D2-658E-BE4D-83C1-AC69B4DE21CF}" dt="2025-05-11T17:23:21.706" v="406"/>
          <ac:picMkLst>
            <pc:docMk/>
            <pc:sldMk cId="3601681852" sldId="262"/>
            <ac:picMk id="8" creationId="{A466E6D5-A83F-CE10-25AB-085371ECF001}"/>
          </ac:picMkLst>
        </pc:picChg>
        <pc:picChg chg="add del mod">
          <ac:chgData name="Liuxi Mei" userId="4a2017d1-348b-48dc-9e5e-0d6496604b56" providerId="ADAL" clId="{650311D2-658E-BE4D-83C1-AC69B4DE21CF}" dt="2025-05-11T17:25:26.018" v="442" actId="478"/>
          <ac:picMkLst>
            <pc:docMk/>
            <pc:sldMk cId="3601681852" sldId="262"/>
            <ac:picMk id="9" creationId="{01F9E2C1-87A2-8D91-0F45-DB2B78C33FF2}"/>
          </ac:picMkLst>
        </pc:picChg>
        <pc:picChg chg="add mod">
          <ac:chgData name="Liuxi Mei" userId="4a2017d1-348b-48dc-9e5e-0d6496604b56" providerId="ADAL" clId="{650311D2-658E-BE4D-83C1-AC69B4DE21CF}" dt="2025-05-12T08:04:35.360" v="1166" actId="14100"/>
          <ac:picMkLst>
            <pc:docMk/>
            <pc:sldMk cId="3601681852" sldId="262"/>
            <ac:picMk id="10" creationId="{6CB0230C-B7C6-0551-A6FF-91DE97EA7DEF}"/>
          </ac:picMkLst>
        </pc:picChg>
        <pc:picChg chg="add mod">
          <ac:chgData name="Liuxi Mei" userId="4a2017d1-348b-48dc-9e5e-0d6496604b56" providerId="ADAL" clId="{650311D2-658E-BE4D-83C1-AC69B4DE21CF}" dt="2025-05-12T08:14:59.403" v="1168" actId="1076"/>
          <ac:picMkLst>
            <pc:docMk/>
            <pc:sldMk cId="3601681852" sldId="262"/>
            <ac:picMk id="11" creationId="{26AF622F-F00D-6461-F420-D3794A2E2E6E}"/>
          </ac:picMkLst>
        </pc:picChg>
        <pc:picChg chg="add mod">
          <ac:chgData name="Liuxi Mei" userId="4a2017d1-348b-48dc-9e5e-0d6496604b56" providerId="ADAL" clId="{650311D2-658E-BE4D-83C1-AC69B4DE21CF}" dt="2025-05-12T10:49:25.278" v="1900" actId="1076"/>
          <ac:picMkLst>
            <pc:docMk/>
            <pc:sldMk cId="3601681852" sldId="262"/>
            <ac:picMk id="13" creationId="{3115DDA9-E895-6B17-3604-3906AFC35A3B}"/>
          </ac:picMkLst>
        </pc:picChg>
        <pc:picChg chg="add del mod">
          <ac:chgData name="Liuxi Mei" userId="4a2017d1-348b-48dc-9e5e-0d6496604b56" providerId="ADAL" clId="{650311D2-658E-BE4D-83C1-AC69B4DE21CF}" dt="2025-05-11T17:21:32.574" v="376" actId="478"/>
          <ac:picMkLst>
            <pc:docMk/>
            <pc:sldMk cId="3601681852" sldId="262"/>
            <ac:picMk id="1026" creationId="{E0751678-EBDD-E548-2365-4622F7795C66}"/>
          </ac:picMkLst>
        </pc:picChg>
        <pc:picChg chg="add del mod">
          <ac:chgData name="Liuxi Mei" userId="4a2017d1-348b-48dc-9e5e-0d6496604b56" providerId="ADAL" clId="{650311D2-658E-BE4D-83C1-AC69B4DE21CF}" dt="2025-05-11T17:21:32.001" v="375" actId="478"/>
          <ac:picMkLst>
            <pc:docMk/>
            <pc:sldMk cId="3601681852" sldId="262"/>
            <ac:picMk id="1028" creationId="{1AF850EF-627F-0F4A-B729-986292FDD45F}"/>
          </ac:picMkLst>
        </pc:picChg>
        <pc:picChg chg="add mod">
          <ac:chgData name="Liuxi Mei" userId="4a2017d1-348b-48dc-9e5e-0d6496604b56" providerId="ADAL" clId="{650311D2-658E-BE4D-83C1-AC69B4DE21CF}" dt="2025-05-11T17:27:34.768" v="467" actId="1076"/>
          <ac:picMkLst>
            <pc:docMk/>
            <pc:sldMk cId="3601681852" sldId="262"/>
            <ac:picMk id="1030" creationId="{C0187AEE-2BCC-34EF-9F21-F22CE91F7A68}"/>
          </ac:picMkLst>
        </pc:picChg>
        <pc:picChg chg="add mod">
          <ac:chgData name="Liuxi Mei" userId="4a2017d1-348b-48dc-9e5e-0d6496604b56" providerId="ADAL" clId="{650311D2-658E-BE4D-83C1-AC69B4DE21CF}" dt="2025-05-11T17:27:32.362" v="466" actId="1076"/>
          <ac:picMkLst>
            <pc:docMk/>
            <pc:sldMk cId="3601681852" sldId="262"/>
            <ac:picMk id="1032" creationId="{A6E03C1C-D641-3C0F-85E9-BF3D0890BD0C}"/>
          </ac:picMkLst>
        </pc:picChg>
        <pc:cxnChg chg="add mod">
          <ac:chgData name="Liuxi Mei" userId="4a2017d1-348b-48dc-9e5e-0d6496604b56" providerId="ADAL" clId="{650311D2-658E-BE4D-83C1-AC69B4DE21CF}" dt="2025-05-12T10:49:43.829" v="1902" actId="14100"/>
          <ac:cxnSpMkLst>
            <pc:docMk/>
            <pc:sldMk cId="3601681852" sldId="262"/>
            <ac:cxnSpMk id="15" creationId="{5C24E557-10DE-DC79-BD2F-DC75B4820BC5}"/>
          </ac:cxnSpMkLst>
        </pc:cxnChg>
        <pc:cxnChg chg="add">
          <ac:chgData name="Liuxi Mei" userId="4a2017d1-348b-48dc-9e5e-0d6496604b56" providerId="ADAL" clId="{650311D2-658E-BE4D-83C1-AC69B4DE21CF}" dt="2025-05-12T10:49:55.796" v="1903" actId="11529"/>
          <ac:cxnSpMkLst>
            <pc:docMk/>
            <pc:sldMk cId="3601681852" sldId="262"/>
            <ac:cxnSpMk id="18" creationId="{ECDC11F0-B6C9-1391-1231-9561C4DE173D}"/>
          </ac:cxnSpMkLst>
        </pc:cxnChg>
      </pc:sldChg>
      <pc:sldChg chg="modSp mod">
        <pc:chgData name="Liuxi Mei" userId="4a2017d1-348b-48dc-9e5e-0d6496604b56" providerId="ADAL" clId="{650311D2-658E-BE4D-83C1-AC69B4DE21CF}" dt="2025-05-12T06:59:14.721" v="1133" actId="27636"/>
        <pc:sldMkLst>
          <pc:docMk/>
          <pc:sldMk cId="3468769369" sldId="263"/>
        </pc:sldMkLst>
        <pc:spChg chg="mod">
          <ac:chgData name="Liuxi Mei" userId="4a2017d1-348b-48dc-9e5e-0d6496604b56" providerId="ADAL" clId="{650311D2-658E-BE4D-83C1-AC69B4DE21CF}" dt="2025-05-12T06:59:14.721" v="1133" actId="27636"/>
          <ac:spMkLst>
            <pc:docMk/>
            <pc:sldMk cId="3468769369" sldId="263"/>
            <ac:spMk id="3" creationId="{B6351427-101D-C2C5-60E1-5EEF93B61EC2}"/>
          </ac:spMkLst>
        </pc:spChg>
      </pc:sldChg>
      <pc:sldChg chg="modSp mod modNotesTx">
        <pc:chgData name="Liuxi Mei" userId="4a2017d1-348b-48dc-9e5e-0d6496604b56" providerId="ADAL" clId="{650311D2-658E-BE4D-83C1-AC69B4DE21CF}" dt="2025-05-12T11:13:38.166" v="1960" actId="20577"/>
        <pc:sldMkLst>
          <pc:docMk/>
          <pc:sldMk cId="2748422017" sldId="264"/>
        </pc:sldMkLst>
        <pc:picChg chg="mod">
          <ac:chgData name="Liuxi Mei" userId="4a2017d1-348b-48dc-9e5e-0d6496604b56" providerId="ADAL" clId="{650311D2-658E-BE4D-83C1-AC69B4DE21CF}" dt="2025-05-12T09:55:32.975" v="1434" actId="1076"/>
          <ac:picMkLst>
            <pc:docMk/>
            <pc:sldMk cId="2748422017" sldId="264"/>
            <ac:picMk id="23" creationId="{B0CC9059-8389-9431-1712-E5572849F016}"/>
          </ac:picMkLst>
        </pc:picChg>
        <pc:picChg chg="mod">
          <ac:chgData name="Liuxi Mei" userId="4a2017d1-348b-48dc-9e5e-0d6496604b56" providerId="ADAL" clId="{650311D2-658E-BE4D-83C1-AC69B4DE21CF}" dt="2025-05-12T09:55:32.120" v="1433" actId="14100"/>
          <ac:picMkLst>
            <pc:docMk/>
            <pc:sldMk cId="2748422017" sldId="264"/>
            <ac:picMk id="24" creationId="{9BF317A1-82AE-0F45-4790-0F040984C60F}"/>
          </ac:picMkLst>
        </pc:picChg>
      </pc:sldChg>
      <pc:sldChg chg="addSp delSp modSp new mod setBg">
        <pc:chgData name="Liuxi Mei" userId="4a2017d1-348b-48dc-9e5e-0d6496604b56" providerId="ADAL" clId="{650311D2-658E-BE4D-83C1-AC69B4DE21CF}" dt="2025-05-12T10:08:57.804" v="1897"/>
        <pc:sldMkLst>
          <pc:docMk/>
          <pc:sldMk cId="3742399785" sldId="265"/>
        </pc:sldMkLst>
        <pc:spChg chg="del">
          <ac:chgData name="Liuxi Mei" userId="4a2017d1-348b-48dc-9e5e-0d6496604b56" providerId="ADAL" clId="{650311D2-658E-BE4D-83C1-AC69B4DE21CF}" dt="2025-05-12T09:55:47.362" v="1436" actId="478"/>
          <ac:spMkLst>
            <pc:docMk/>
            <pc:sldMk cId="3742399785" sldId="265"/>
            <ac:spMk id="2" creationId="{5778AE2D-51BF-7C77-1D2F-649DF5C30C47}"/>
          </ac:spMkLst>
        </pc:spChg>
        <pc:spChg chg="del">
          <ac:chgData name="Liuxi Mei" userId="4a2017d1-348b-48dc-9e5e-0d6496604b56" providerId="ADAL" clId="{650311D2-658E-BE4D-83C1-AC69B4DE21CF}" dt="2025-05-12T09:55:48.291" v="1437" actId="478"/>
          <ac:spMkLst>
            <pc:docMk/>
            <pc:sldMk cId="3742399785" sldId="265"/>
            <ac:spMk id="3" creationId="{C4C84995-6D91-76BC-CD06-05B8E38A2BCF}"/>
          </ac:spMkLst>
        </pc:spChg>
        <pc:spChg chg="add">
          <ac:chgData name="Liuxi Mei" userId="4a2017d1-348b-48dc-9e5e-0d6496604b56" providerId="ADAL" clId="{650311D2-658E-BE4D-83C1-AC69B4DE21CF}" dt="2025-05-12T09:55:57.567" v="1438"/>
          <ac:spMkLst>
            <pc:docMk/>
            <pc:sldMk cId="3742399785" sldId="265"/>
            <ac:spMk id="4" creationId="{40A611DB-835E-1985-AB72-6204F6569614}"/>
          </ac:spMkLst>
        </pc:spChg>
        <pc:spChg chg="add mod">
          <ac:chgData name="Liuxi Mei" userId="4a2017d1-348b-48dc-9e5e-0d6496604b56" providerId="ADAL" clId="{650311D2-658E-BE4D-83C1-AC69B4DE21CF}" dt="2025-05-12T09:55:59.802" v="1439"/>
          <ac:spMkLst>
            <pc:docMk/>
            <pc:sldMk cId="3742399785" sldId="265"/>
            <ac:spMk id="5" creationId="{2698062B-0FE5-7515-C96E-C7C1CD2516A3}"/>
          </ac:spMkLst>
        </pc:spChg>
        <pc:spChg chg="add mod">
          <ac:chgData name="Liuxi Mei" userId="4a2017d1-348b-48dc-9e5e-0d6496604b56" providerId="ADAL" clId="{650311D2-658E-BE4D-83C1-AC69B4DE21CF}" dt="2025-05-12T09:56:06.202" v="1441" actId="14100"/>
          <ac:spMkLst>
            <pc:docMk/>
            <pc:sldMk cId="3742399785" sldId="265"/>
            <ac:spMk id="6" creationId="{C916EDB7-B70D-489C-5B79-B003009E2340}"/>
          </ac:spMkLst>
        </pc:spChg>
        <pc:spChg chg="add mod">
          <ac:chgData name="Liuxi Mei" userId="4a2017d1-348b-48dc-9e5e-0d6496604b56" providerId="ADAL" clId="{650311D2-658E-BE4D-83C1-AC69B4DE21CF}" dt="2025-05-12T09:56:18.938" v="1443"/>
          <ac:spMkLst>
            <pc:docMk/>
            <pc:sldMk cId="3742399785" sldId="265"/>
            <ac:spMk id="7" creationId="{5E812A45-5E42-09D8-728D-99D5EA0CE7EB}"/>
          </ac:spMkLst>
        </pc:spChg>
        <pc:spChg chg="add del mod">
          <ac:chgData name="Liuxi Mei" userId="4a2017d1-348b-48dc-9e5e-0d6496604b56" providerId="ADAL" clId="{650311D2-658E-BE4D-83C1-AC69B4DE21CF}" dt="2025-05-12T09:56:42.312" v="1451"/>
          <ac:spMkLst>
            <pc:docMk/>
            <pc:sldMk cId="3742399785" sldId="265"/>
            <ac:spMk id="8" creationId="{448F42E1-510A-5F5D-1646-9F9DC3A5CBF8}"/>
          </ac:spMkLst>
        </pc:spChg>
        <pc:spChg chg="add mod">
          <ac:chgData name="Liuxi Mei" userId="4a2017d1-348b-48dc-9e5e-0d6496604b56" providerId="ADAL" clId="{650311D2-658E-BE4D-83C1-AC69B4DE21CF}" dt="2025-05-12T10:08:57.804" v="1897"/>
          <ac:spMkLst>
            <pc:docMk/>
            <pc:sldMk cId="3742399785" sldId="265"/>
            <ac:spMk id="10" creationId="{9D6E9D04-C512-17CC-9D8C-1ACD87507807}"/>
          </ac:spMkLst>
        </pc:spChg>
        <pc:spChg chg="add mod">
          <ac:chgData name="Liuxi Mei" userId="4a2017d1-348b-48dc-9e5e-0d6496604b56" providerId="ADAL" clId="{650311D2-658E-BE4D-83C1-AC69B4DE21CF}" dt="2025-05-12T10:03:31.146" v="1749" actId="1076"/>
          <ac:spMkLst>
            <pc:docMk/>
            <pc:sldMk cId="3742399785" sldId="265"/>
            <ac:spMk id="11" creationId="{453B2E3C-1555-0064-1C89-7DB9E6F836A4}"/>
          </ac:spMkLst>
        </pc:spChg>
        <pc:picChg chg="add mod">
          <ac:chgData name="Liuxi Mei" userId="4a2017d1-348b-48dc-9e5e-0d6496604b56" providerId="ADAL" clId="{650311D2-658E-BE4D-83C1-AC69B4DE21CF}" dt="2025-05-12T09:58:01.652" v="1454" actId="1076"/>
          <ac:picMkLst>
            <pc:docMk/>
            <pc:sldMk cId="3742399785" sldId="265"/>
            <ac:picMk id="9" creationId="{E8ACD949-9E56-3272-870C-965D077A2AE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24B36-2788-4EE0-BA49-3992312CD708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  <a:endParaRPr lang="en-US"/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37856-0C73-4563-8E84-66E9C533AC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354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Input seq to output seq</a:t>
            </a:r>
            <a:endParaRPr lang="zh-CN" altLang="en-US"/>
          </a:p>
          <a:p>
            <a:pPr marL="171450" indent="-171450">
              <a:buFont typeface="Arial"/>
              <a:buChar char="•"/>
            </a:pPr>
            <a:r>
              <a:rPr lang="en-US"/>
              <a:t>Seq can be a piece of voice, and one sentence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37856-0C73-4563-8E84-66E9C533AC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562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Pad – for padding process</a:t>
            </a:r>
            <a:endParaRPr lang="zh-CN" altLang="en-US"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Most frequent toke is the point. 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37856-0C73-4563-8E84-66E9C533AC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94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altLang="zh-CN">
                <a:ea typeface="等线"/>
              </a:rPr>
              <a:t>With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1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row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and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6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columns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as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input,</a:t>
            </a:r>
            <a:r>
              <a:rPr lang="zh-CN" altLang="en-US">
                <a:ea typeface="等线"/>
              </a:rPr>
              <a:t> </a:t>
            </a:r>
            <a:r>
              <a:rPr lang="en-US"/>
              <a:t>128 dim embedding layer.</a:t>
            </a:r>
            <a:endParaRPr lang="zh-CN" altLang="en-US"/>
          </a:p>
          <a:p>
            <a:pPr marL="171450" indent="-171450">
              <a:buFont typeface="Arial"/>
              <a:buChar char="•"/>
            </a:pPr>
            <a:r>
              <a:rPr lang="en-US"/>
              <a:t>GRU layer is set to have 256 dim but it forward, backward.  Output 512 dim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For each time step, GRU returns hidden state output for attention </a:t>
            </a:r>
            <a:r>
              <a:rPr lang="en-US" err="1"/>
              <a:t>implemention</a:t>
            </a:r>
            <a:r>
              <a:rPr lang="en-US"/>
              <a:t>.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Besides, return the final hidden state after processing the whole seq.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37856-0C73-4563-8E84-66E9C533AC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90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altLang="zh-CN">
                <a:ea typeface="Calibri"/>
                <a:cs typeface="Calibri"/>
              </a:rPr>
              <a:t>Start with some initiation for hidden state. Then have input for forward and backward </a:t>
            </a:r>
            <a:r>
              <a:rPr lang="en-US" altLang="zh-CN" err="1">
                <a:ea typeface="Calibri"/>
                <a:cs typeface="Calibri"/>
              </a:rPr>
              <a:t>propragation</a:t>
            </a:r>
            <a:r>
              <a:rPr lang="en-US" altLang="zh-CN">
                <a:ea typeface="Calibri"/>
                <a:cs typeface="Calibri"/>
              </a:rPr>
              <a:t> </a:t>
            </a:r>
            <a:endParaRPr lang="zh-CN" altLang="en-US"/>
          </a:p>
          <a:p>
            <a:pPr marL="171450" indent="-171450">
              <a:buFont typeface="Arial"/>
              <a:buChar char="•"/>
            </a:pPr>
            <a:r>
              <a:rPr lang="en-US" altLang="zh-CN">
                <a:ea typeface="Calibri"/>
                <a:cs typeface="Calibri"/>
              </a:rPr>
              <a:t>Forward process has token input and last hidden state as input. Backward inverse</a:t>
            </a:r>
          </a:p>
          <a:p>
            <a:pPr marL="171450" indent="-171450">
              <a:buFont typeface="Arial"/>
              <a:buChar char="•"/>
            </a:pPr>
            <a:r>
              <a:rPr lang="en-US" altLang="zh-CN">
                <a:ea typeface="Calibri"/>
                <a:cs typeface="Calibri"/>
              </a:rPr>
              <a:t>Both for and back combine to output for GRU layer.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37856-0C73-4563-8E84-66E9C533AC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5874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 altLang="zh-CN">
                <a:ea typeface="等线"/>
              </a:rPr>
              <a:t>BLEU, Works by comparing the machine's output translation to one or more human </a:t>
            </a:r>
            <a:r>
              <a:rPr lang="en-US" altLang="zh-CN" b="1">
                <a:ea typeface="等线"/>
              </a:rPr>
              <a:t>reference translations</a:t>
            </a:r>
            <a:r>
              <a:rPr lang="en-US" altLang="zh-CN">
                <a:ea typeface="等线"/>
              </a:rPr>
              <a:t>. </a:t>
            </a:r>
            <a:r>
              <a:rPr lang="en-US"/>
              <a:t>based on the </a:t>
            </a:r>
            <a:r>
              <a:rPr lang="en-US" b="1"/>
              <a:t>overlap of N-grams</a:t>
            </a:r>
            <a:r>
              <a:rPr lang="en-US"/>
              <a:t> (sequences of words) between the machine output and the references.</a:t>
            </a:r>
            <a:endParaRPr lang="en-US" altLang="zh-CN">
              <a:ea typeface="等线"/>
              <a:cs typeface="Calibri" panose="020F0502020204030204"/>
            </a:endParaRPr>
          </a:p>
          <a:p>
            <a:pPr marL="171450" indent="-171450">
              <a:buFont typeface="Arial"/>
              <a:buChar char="•"/>
            </a:pPr>
            <a:r>
              <a:rPr lang="en-US"/>
              <a:t>Score is between 0 and 1 (or 0-100); </a:t>
            </a:r>
            <a:r>
              <a:rPr lang="en-US" b="1"/>
              <a:t>higher scores are better</a:t>
            </a:r>
            <a:r>
              <a:rPr lang="en-US"/>
              <a:t>.</a:t>
            </a: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Random</a:t>
            </a:r>
            <a:r>
              <a:rPr lang="zh-CN" altLang="en-US">
                <a:ea typeface="Calibri"/>
                <a:cs typeface="Calibri"/>
              </a:rPr>
              <a:t> </a:t>
            </a:r>
            <a:r>
              <a:rPr lang="en-US" altLang="zh-CN">
                <a:ea typeface="Calibri"/>
                <a:cs typeface="Calibri"/>
              </a:rPr>
              <a:t>weight</a:t>
            </a:r>
            <a:r>
              <a:rPr lang="zh-CN" altLang="en-US">
                <a:ea typeface="Calibri"/>
                <a:cs typeface="Calibri"/>
              </a:rPr>
              <a:t> </a:t>
            </a:r>
            <a:r>
              <a:rPr lang="en-US" altLang="zh-CN">
                <a:ea typeface="Calibri"/>
                <a:cs typeface="Calibri"/>
              </a:rPr>
              <a:t>initialization</a:t>
            </a:r>
          </a:p>
          <a:p>
            <a:pPr marL="171450" indent="-171450">
              <a:buFont typeface="Arial"/>
              <a:buChar char="•"/>
            </a:pPr>
            <a:r>
              <a:rPr lang="en-US" altLang="zh-CN">
                <a:ea typeface="Calibri"/>
                <a:cs typeface="Calibri"/>
              </a:rPr>
              <a:t>Data</a:t>
            </a:r>
            <a:r>
              <a:rPr lang="zh-CN" altLang="en-US">
                <a:ea typeface="Calibri"/>
                <a:cs typeface="Calibri"/>
              </a:rPr>
              <a:t> </a:t>
            </a:r>
            <a:r>
              <a:rPr lang="en-US" altLang="zh-CN">
                <a:ea typeface="Calibri"/>
                <a:cs typeface="Calibri"/>
              </a:rPr>
              <a:t>shuffling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/>
          </a:p>
          <a:p>
            <a:endParaRPr lang="en-US" altLang="zh-CN"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37856-0C73-4563-8E84-66E9C533AC0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3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800" spc="41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1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57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91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640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604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2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17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530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49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693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spc="1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spc="1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218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none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 spc="18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8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18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18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 spc="18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04088" y="871759"/>
            <a:ext cx="5067300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5400" cap="all" spc="30">
                <a:solidFill>
                  <a:srgbClr val="FFFFFF"/>
                </a:solidFill>
              </a:rPr>
              <a:t>RNN Machine Translation 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52B598F-39B0-4473-F3C4-60D58EBE4618}"/>
              </a:ext>
            </a:extLst>
          </p:cNvPr>
          <p:cNvSpPr txBox="1"/>
          <p:nvPr/>
        </p:nvSpPr>
        <p:spPr>
          <a:xfrm>
            <a:off x="704088" y="5157694"/>
            <a:ext cx="5019676" cy="97640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altLang="zh-CN" sz="2000">
                <a:solidFill>
                  <a:srgbClr val="FFFFFF"/>
                </a:solidFill>
              </a:rPr>
              <a:t>Building an Encoder-Decoder Model for Swedish to English Translation</a:t>
            </a:r>
          </a:p>
        </p:txBody>
      </p:sp>
      <p:cxnSp>
        <p:nvCxnSpPr>
          <p:cNvPr id="27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3088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ADF2E7D-9AB4-6C90-B575-C13F31BC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239599" cy="13075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zh-CN" sz="2500">
                <a:ea typeface="+mj-lt"/>
                <a:cs typeface="+mj-lt"/>
              </a:rPr>
              <a:t>Seq2Seq Model: A Framework for Sequence Transformation</a:t>
            </a:r>
          </a:p>
        </p:txBody>
      </p:sp>
      <p:cxnSp>
        <p:nvCxnSpPr>
          <p:cNvPr id="24" name="Straight Connector 17">
            <a:extLst>
              <a:ext uri="{FF2B5EF4-FFF2-40B4-BE49-F238E27FC236}">
                <a16:creationId xmlns:a16="http://schemas.microsoft.com/office/drawing/2014/main" id="{3815BE95-1337-20E2-B2EF-5DA486F72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D11E3F-C34D-15EA-CC4B-618D2AE70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21992"/>
            <a:ext cx="6239599" cy="3941064"/>
          </a:xfrm>
        </p:spPr>
        <p:txBody>
          <a:bodyPr lIns="109728" tIns="109728" rIns="109728" bIns="9144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zh-CN" sz="1400">
                <a:ea typeface="+mn-lt"/>
                <a:cs typeface="+mn-lt"/>
              </a:rPr>
              <a:t>A general deep learning architecture used to map one sequence to another.</a:t>
            </a:r>
          </a:p>
          <a:p>
            <a:pPr>
              <a:lnSpc>
                <a:spcPct val="110000"/>
              </a:lnSpc>
            </a:pPr>
            <a:r>
              <a:rPr lang="en-US" altLang="zh-CN" sz="1400">
                <a:ea typeface="+mn-lt"/>
                <a:cs typeface="+mn-lt"/>
              </a:rPr>
              <a:t>Widely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Applied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in: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Machine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Translation,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Text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Summarization,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Speech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Recognition,</a:t>
            </a:r>
            <a:r>
              <a:rPr lang="zh-CN" altLang="en-US" sz="1400">
                <a:ea typeface="+mn-lt"/>
                <a:cs typeface="+mn-lt"/>
              </a:rPr>
              <a:t> </a:t>
            </a:r>
            <a:r>
              <a:rPr lang="en-US" altLang="zh-CN" sz="1400">
                <a:ea typeface="+mn-lt"/>
                <a:cs typeface="+mn-lt"/>
              </a:rPr>
              <a:t>etc.</a:t>
            </a:r>
            <a:endParaRPr lang="zh-CN" altLang="en-US" sz="1400">
              <a:ea typeface="Microsoft YaHei"/>
            </a:endParaRP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Core Components: </a:t>
            </a: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 b="1">
                <a:ea typeface="+mn-lt"/>
                <a:cs typeface="+mn-lt"/>
              </a:rPr>
              <a:t>Encoder:</a:t>
            </a:r>
            <a:r>
              <a:rPr lang="en-US" sz="1400">
                <a:ea typeface="+mn-lt"/>
                <a:cs typeface="+mn-lt"/>
              </a:rPr>
              <a:t> Reads the input sequence (source language sentence).</a:t>
            </a:r>
            <a:endParaRPr lang="en-US" altLang="zh-CN" sz="1400">
              <a:ea typeface="Microsoft YaHei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r>
              <a:rPr lang="en-US" sz="1400" b="1">
                <a:ea typeface="+mn-lt"/>
                <a:cs typeface="+mn-lt"/>
              </a:rPr>
              <a:t>Decoder:</a:t>
            </a:r>
            <a:r>
              <a:rPr lang="en-US" sz="1400">
                <a:ea typeface="+mn-lt"/>
                <a:cs typeface="+mn-lt"/>
              </a:rPr>
              <a:t> Generates the output sequence (target language sentence).</a:t>
            </a:r>
            <a:endParaRPr lang="en-US" sz="1400">
              <a:ea typeface="Microsoft YaHei"/>
            </a:endParaRPr>
          </a:p>
          <a:p>
            <a:pPr>
              <a:lnSpc>
                <a:spcPct val="110000"/>
              </a:lnSpc>
            </a:pPr>
            <a:r>
              <a:rPr lang="en-US" sz="1400">
                <a:ea typeface="+mn-lt"/>
                <a:cs typeface="+mn-lt"/>
              </a:rPr>
              <a:t>Connected by an </a:t>
            </a:r>
            <a:r>
              <a:rPr lang="en-US" sz="1400" b="1">
                <a:ea typeface="+mn-lt"/>
                <a:cs typeface="+mn-lt"/>
              </a:rPr>
              <a:t>intermediate representation</a:t>
            </a:r>
            <a:r>
              <a:rPr lang="en-US" sz="1400">
                <a:ea typeface="+mn-lt"/>
                <a:cs typeface="+mn-lt"/>
              </a:rPr>
              <a:t> (typically the encoder's final hidden state or a context vector).</a:t>
            </a:r>
            <a:endParaRPr lang="en-US" sz="1400">
              <a:ea typeface="Microsoft YaHei"/>
            </a:endParaRPr>
          </a:p>
          <a:p>
            <a:pPr>
              <a:lnSpc>
                <a:spcPct val="110000"/>
              </a:lnSpc>
            </a:pPr>
            <a:endParaRPr lang="en-US" sz="1400"/>
          </a:p>
          <a:p>
            <a:pPr>
              <a:lnSpc>
                <a:spcPct val="110000"/>
              </a:lnSpc>
            </a:pPr>
            <a:endParaRPr lang="en-US" sz="1400">
              <a:ea typeface="Microsoft YaHei"/>
            </a:endParaRPr>
          </a:p>
          <a:p>
            <a:pPr>
              <a:lnSpc>
                <a:spcPct val="110000"/>
              </a:lnSpc>
            </a:pPr>
            <a:endParaRPr lang="en-US" sz="1400">
              <a:ea typeface="Microsoft YaHei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endParaRPr lang="en-US" altLang="zh-CN" sz="1400">
              <a:ea typeface="Microsoft YaHei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endParaRPr lang="en-US" altLang="zh-CN" sz="1400">
              <a:ea typeface="Microsoft YaHei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endParaRPr lang="en-US" altLang="zh-CN" sz="1400">
              <a:ea typeface="Microsoft YaHei"/>
            </a:endParaRPr>
          </a:p>
          <a:p>
            <a:pPr lvl="1">
              <a:lnSpc>
                <a:spcPct val="110000"/>
              </a:lnSpc>
              <a:buFont typeface="Courier New" panose="020B0604020202020204" pitchFamily="34" charset="0"/>
              <a:buChar char="o"/>
            </a:pPr>
            <a:endParaRPr lang="en-US" altLang="zh-CN" sz="1400">
              <a:ea typeface="Microsoft YaHei"/>
            </a:endParaRPr>
          </a:p>
          <a:p>
            <a:pPr>
              <a:lnSpc>
                <a:spcPct val="110000"/>
              </a:lnSpc>
            </a:pPr>
            <a:endParaRPr lang="zh-CN" altLang="en-US" sz="1400">
              <a:ea typeface="Microsoft YaHei"/>
            </a:endParaRPr>
          </a:p>
          <a:p>
            <a:pPr>
              <a:lnSpc>
                <a:spcPct val="110000"/>
              </a:lnSpc>
            </a:pPr>
            <a:endParaRPr lang="zh-CN" sz="1400">
              <a:ea typeface="Microsoft YaHei"/>
            </a:endParaRPr>
          </a:p>
          <a:p>
            <a:pPr>
              <a:lnSpc>
                <a:spcPct val="110000"/>
              </a:lnSpc>
            </a:pPr>
            <a:endParaRPr lang="zh-CN" altLang="en-US" sz="1400">
              <a:ea typeface="Microsoft YaHe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5715B2-A79D-6CB5-134B-D107B28759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541" r="30914" b="-1"/>
          <a:stretch/>
        </p:blipFill>
        <p:spPr>
          <a:xfrm>
            <a:off x="7583424" y="10"/>
            <a:ext cx="4608576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073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AA02A4C-A014-66E4-F2FC-0053A593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23" y="1705460"/>
            <a:ext cx="4265763" cy="1593185"/>
          </a:xfrm>
        </p:spPr>
        <p:txBody>
          <a:bodyPr anchor="t">
            <a:normAutofit/>
          </a:bodyPr>
          <a:lstStyle/>
          <a:p>
            <a:r>
              <a:rPr lang="zh-CN" altLang="en-US" sz="4200">
                <a:ea typeface="Microsoft YaHei"/>
              </a:rPr>
              <a:t>Build the vocabularies</a:t>
            </a:r>
            <a:endParaRPr lang="zh-CN" altLang="en-US" sz="420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351427-101D-C2C5-60E1-5EEF93B61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5756" y="427770"/>
            <a:ext cx="5442047" cy="4620748"/>
          </a:xfrm>
        </p:spPr>
        <p:txBody>
          <a:bodyPr lIns="109728" tIns="109728" rIns="109728" bIns="91440" anchor="t"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zh-CN" sz="1900">
                <a:ea typeface="+mn-lt"/>
                <a:cs typeface="+mn-lt"/>
              </a:rPr>
              <a:t>count the frequency of every token across all input sentences.</a:t>
            </a:r>
          </a:p>
          <a:p>
            <a:pPr>
              <a:lnSpc>
                <a:spcPct val="110000"/>
              </a:lnSpc>
            </a:pPr>
            <a:r>
              <a:rPr lang="en-US" altLang="zh-CN" sz="1900">
                <a:ea typeface="+mn-lt"/>
                <a:cs typeface="+mn-lt"/>
              </a:rPr>
              <a:t>Adds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predefined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 b="1">
                <a:ea typeface="+mn-lt"/>
                <a:cs typeface="+mn-lt"/>
              </a:rPr>
              <a:t>special</a:t>
            </a:r>
            <a:r>
              <a:rPr lang="zh-CN" altLang="en-US" sz="1900" b="1">
                <a:ea typeface="+mn-lt"/>
                <a:cs typeface="+mn-lt"/>
              </a:rPr>
              <a:t> </a:t>
            </a:r>
            <a:r>
              <a:rPr lang="en-US" altLang="zh-CN" sz="1900" b="1">
                <a:ea typeface="+mn-lt"/>
                <a:cs typeface="+mn-lt"/>
              </a:rPr>
              <a:t>tokens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(</a:t>
            </a:r>
            <a:r>
              <a:rPr lang="en-US" altLang="zh-CN" sz="1900">
                <a:latin typeface="Consolas"/>
                <a:ea typeface="Microsoft YaHei"/>
              </a:rPr>
              <a:t>&lt;pad&gt;</a:t>
            </a:r>
            <a:r>
              <a:rPr lang="en-US" altLang="zh-CN" sz="1900">
                <a:ea typeface="+mn-lt"/>
                <a:cs typeface="+mn-lt"/>
              </a:rPr>
              <a:t>,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latin typeface="Consolas"/>
                <a:ea typeface="Microsoft YaHei"/>
              </a:rPr>
              <a:t>&lt;</a:t>
            </a:r>
            <a:r>
              <a:rPr lang="en-US" altLang="zh-CN" sz="1900" err="1">
                <a:latin typeface="Consolas"/>
                <a:ea typeface="Microsoft YaHei"/>
              </a:rPr>
              <a:t>unk</a:t>
            </a:r>
            <a:r>
              <a:rPr lang="en-US" altLang="zh-CN" sz="1900">
                <a:latin typeface="Consolas"/>
                <a:ea typeface="Microsoft YaHei"/>
              </a:rPr>
              <a:t>&gt;</a:t>
            </a:r>
            <a:r>
              <a:rPr lang="en-US" altLang="zh-CN" sz="1900">
                <a:ea typeface="+mn-lt"/>
                <a:cs typeface="+mn-lt"/>
              </a:rPr>
              <a:t>,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latin typeface="Consolas"/>
                <a:ea typeface="Microsoft YaHei"/>
              </a:rPr>
              <a:t>&lt;</a:t>
            </a:r>
            <a:r>
              <a:rPr lang="en-US" altLang="zh-CN" sz="1900" err="1">
                <a:latin typeface="Consolas"/>
                <a:ea typeface="Microsoft YaHei"/>
              </a:rPr>
              <a:t>bos</a:t>
            </a:r>
            <a:r>
              <a:rPr lang="en-US" altLang="zh-CN" sz="1900">
                <a:latin typeface="Consolas"/>
                <a:ea typeface="Microsoft YaHei"/>
              </a:rPr>
              <a:t>&gt;</a:t>
            </a:r>
            <a:r>
              <a:rPr lang="en-US" altLang="zh-CN" sz="1900">
                <a:ea typeface="+mn-lt"/>
                <a:cs typeface="+mn-lt"/>
              </a:rPr>
              <a:t>,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latin typeface="Consolas"/>
                <a:ea typeface="Microsoft YaHei"/>
              </a:rPr>
              <a:t>&lt;</a:t>
            </a:r>
            <a:r>
              <a:rPr lang="en-US" altLang="zh-CN" sz="1900" err="1">
                <a:latin typeface="Consolas"/>
                <a:ea typeface="Microsoft YaHei"/>
              </a:rPr>
              <a:t>eos</a:t>
            </a:r>
            <a:r>
              <a:rPr lang="en-US" altLang="zh-CN" sz="1900">
                <a:latin typeface="Consolas"/>
                <a:ea typeface="Microsoft YaHei"/>
              </a:rPr>
              <a:t>&gt;</a:t>
            </a:r>
            <a:r>
              <a:rPr lang="en-US" altLang="zh-CN" sz="1900">
                <a:ea typeface="+mn-lt"/>
                <a:cs typeface="+mn-lt"/>
              </a:rPr>
              <a:t>)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to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the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vocabulary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list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first</a:t>
            </a:r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Selects the </a:t>
            </a:r>
            <a:r>
              <a:rPr lang="en-US" sz="1900" b="1">
                <a:ea typeface="+mn-lt"/>
                <a:cs typeface="+mn-lt"/>
              </a:rPr>
              <a:t>most frequent tokens</a:t>
            </a:r>
            <a:r>
              <a:rPr lang="en-US" sz="1900">
                <a:ea typeface="+mn-lt"/>
                <a:cs typeface="+mn-lt"/>
              </a:rPr>
              <a:t> from the counts (up to </a:t>
            </a:r>
            <a:r>
              <a:rPr lang="en-US" sz="1900" err="1">
                <a:latin typeface="Consolas"/>
                <a:ea typeface="Microsoft YaHei"/>
              </a:rPr>
              <a:t>max_size</a:t>
            </a:r>
            <a:r>
              <a:rPr lang="en-US" sz="1900">
                <a:ea typeface="+mn-lt"/>
                <a:cs typeface="+mn-lt"/>
              </a:rPr>
              <a:t> minus the number of special tokens). (5000 in our case, 4 special)</a:t>
            </a:r>
            <a:endParaRPr lang="en-US" altLang="zh-CN" sz="1900">
              <a:ea typeface="Microsoft YaHei"/>
            </a:endParaRPr>
          </a:p>
          <a:p>
            <a:pPr>
              <a:lnSpc>
                <a:spcPct val="110000"/>
              </a:lnSpc>
            </a:pPr>
            <a:r>
              <a:rPr lang="en-US" sz="1900">
                <a:ea typeface="+mn-lt"/>
                <a:cs typeface="+mn-lt"/>
              </a:rPr>
              <a:t>Combines the special tokens and the most frequent tokens into a single ordered list.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The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first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4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four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words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are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the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special</a:t>
            </a:r>
            <a:r>
              <a:rPr lang="zh-CN" altLang="en-US" sz="1900">
                <a:ea typeface="+mn-lt"/>
                <a:cs typeface="+mn-lt"/>
              </a:rPr>
              <a:t> </a:t>
            </a:r>
            <a:r>
              <a:rPr lang="en-US" altLang="zh-CN" sz="1900">
                <a:ea typeface="+mn-lt"/>
                <a:cs typeface="+mn-lt"/>
              </a:rPr>
              <a:t>tokens</a:t>
            </a:r>
            <a:endParaRPr lang="en-US" sz="1900"/>
          </a:p>
          <a:p>
            <a:pPr>
              <a:lnSpc>
                <a:spcPct val="110000"/>
              </a:lnSpc>
            </a:pPr>
            <a:endParaRPr lang="en-US" sz="1900"/>
          </a:p>
          <a:p>
            <a:pPr>
              <a:lnSpc>
                <a:spcPct val="110000"/>
              </a:lnSpc>
            </a:pPr>
            <a:endParaRPr lang="en-US" sz="1900">
              <a:ea typeface="Microsoft YaHei"/>
            </a:endParaRPr>
          </a:p>
          <a:p>
            <a:pPr>
              <a:lnSpc>
                <a:spcPct val="110000"/>
              </a:lnSpc>
            </a:pPr>
            <a:endParaRPr lang="en-US" altLang="zh-CN" sz="1900">
              <a:ea typeface="Microsoft YaHei"/>
            </a:endParaRPr>
          </a:p>
          <a:p>
            <a:pPr>
              <a:lnSpc>
                <a:spcPct val="110000"/>
              </a:lnSpc>
            </a:pPr>
            <a:endParaRPr lang="en-US" altLang="zh-CN" sz="1900">
              <a:ea typeface="Microsoft YaHei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DB4BEA-22D1-9BE0-1F06-BAFE567B5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50816" y="3435170"/>
            <a:ext cx="40233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 descr="图片包含 文本&#10;&#10;AI 生成的内容可能不正确。">
            <a:extLst>
              <a:ext uri="{FF2B5EF4-FFF2-40B4-BE49-F238E27FC236}">
                <a16:creationId xmlns:a16="http://schemas.microsoft.com/office/drawing/2014/main" id="{698684DE-39B2-4FDF-967C-C57AB2907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24" y="5110409"/>
            <a:ext cx="6984192" cy="1519804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39FB5275-6780-8FB0-BCCA-06EFD5964C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916" y="3838741"/>
            <a:ext cx="5809645" cy="104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769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5CEEC8-1560-64FD-E57A-F0E8089A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182" y="348769"/>
            <a:ext cx="10691265" cy="1307592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zh-CN" b="1">
                <a:latin typeface="PingFang SC" panose="020B0400000000000000" pitchFamily="34" charset="-122"/>
                <a:ea typeface="PingFang SC"/>
              </a:rPr>
              <a:t>E</a:t>
            </a:r>
            <a:r>
              <a:rPr lang="en-US" altLang="zh-CN" b="1" err="1">
                <a:latin typeface="PingFang SC" panose="020B0400000000000000" pitchFamily="34" charset="-122"/>
                <a:ea typeface="PingFang SC"/>
              </a:rPr>
              <a:t>ncoder</a:t>
            </a:r>
            <a:r>
              <a:rPr lang="en-US" b="1">
                <a:latin typeface="PingFang SC" panose="020B0400000000000000" pitchFamily="34" charset="-122"/>
                <a:ea typeface="PingFang SC"/>
              </a:rPr>
              <a:t> implementation</a:t>
            </a:r>
            <a:endParaRPr lang="zh-CN" b="1">
              <a:latin typeface="PingFang SC" panose="020B0400000000000000" pitchFamily="34" charset="-122"/>
              <a:ea typeface="PingFang SC"/>
            </a:endParaRPr>
          </a:p>
          <a:p>
            <a:endParaRPr lang="zh-CN" altLang="en-US">
              <a:ea typeface="Microsoft YaHei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961400-DC78-8B2C-044E-178ECC7FA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94" y="2665928"/>
            <a:ext cx="1339401" cy="92727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0DBE39F-7E71-CFA6-B440-1209F7014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684" y="2393733"/>
            <a:ext cx="1653687" cy="15494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5F480D4-CC57-7C62-CF96-D03412EDE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85679" y="2412822"/>
            <a:ext cx="1845434" cy="151122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E7F5745-1A86-9AB9-83FD-ADB33B156774}"/>
              </a:ext>
            </a:extLst>
          </p:cNvPr>
          <p:cNvSpPr txBox="1"/>
          <p:nvPr/>
        </p:nvSpPr>
        <p:spPr>
          <a:xfrm>
            <a:off x="143393" y="2186090"/>
            <a:ext cx="3346897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en-US" altLang="zh-CN" sz="1400"/>
              <a:t>“</a:t>
            </a:r>
            <a:r>
              <a:rPr kumimoji="1" lang="en-US" altLang="zh-CN" sz="1400" err="1"/>
              <a:t>sweden</a:t>
            </a:r>
            <a:r>
              <a:rPr kumimoji="1" lang="en-US" altLang="zh-CN" sz="1400"/>
              <a:t> is my</a:t>
            </a:r>
            <a:r>
              <a:rPr kumimoji="1" lang="zh-CN" altLang="en-US" sz="1400"/>
              <a:t> </a:t>
            </a:r>
            <a:r>
              <a:rPr kumimoji="1" lang="en-US" altLang="zh-CN" sz="1400" err="1"/>
              <a:t>favourite</a:t>
            </a:r>
            <a:r>
              <a:rPr kumimoji="1" lang="zh-CN" altLang="en-US" sz="1400"/>
              <a:t> </a:t>
            </a:r>
            <a:r>
              <a:rPr kumimoji="1" lang="en-US" altLang="zh-CN" sz="1400"/>
              <a:t>country .”</a:t>
            </a:r>
          </a:p>
          <a:p>
            <a:r>
              <a:rPr kumimoji="1" lang="en-US" altLang="zh-CN" sz="1400"/>
              <a:t>Input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[1,6]</a:t>
            </a:r>
            <a:endParaRPr kumimoji="1" lang="zh-CN" altLang="en-US" sz="140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25A0E0F-926D-A998-5C2F-943C68B1B28D}"/>
              </a:ext>
            </a:extLst>
          </p:cNvPr>
          <p:cNvSpPr txBox="1"/>
          <p:nvPr/>
        </p:nvSpPr>
        <p:spPr>
          <a:xfrm>
            <a:off x="3458058" y="1794187"/>
            <a:ext cx="2055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Input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[1,6]</a:t>
            </a:r>
          </a:p>
          <a:p>
            <a:r>
              <a:rPr kumimoji="1" lang="en-US" altLang="zh-CN" sz="1400"/>
              <a:t>output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[1,6,128]</a:t>
            </a:r>
            <a:endParaRPr kumimoji="1" lang="zh-CN" altLang="en-US" sz="14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D545EDC-3637-71BA-3CC6-6470899575E2}"/>
              </a:ext>
            </a:extLst>
          </p:cNvPr>
          <p:cNvSpPr txBox="1"/>
          <p:nvPr/>
        </p:nvSpPr>
        <p:spPr>
          <a:xfrm>
            <a:off x="5714815" y="1818529"/>
            <a:ext cx="2055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Input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[1,6,128]</a:t>
            </a:r>
          </a:p>
          <a:p>
            <a:r>
              <a:rPr kumimoji="1" lang="en-US" altLang="zh-CN" sz="1400"/>
              <a:t>output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[1,6,512]</a:t>
            </a:r>
            <a:endParaRPr kumimoji="1" lang="zh-CN" altLang="en-US"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F226796-C0B7-4706-A623-DF79468BAD5D}"/>
              </a:ext>
            </a:extLst>
          </p:cNvPr>
          <p:cNvSpPr txBox="1"/>
          <p:nvPr/>
        </p:nvSpPr>
        <p:spPr>
          <a:xfrm>
            <a:off x="8106360" y="2080139"/>
            <a:ext cx="2055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Input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[1,6,512]</a:t>
            </a:r>
          </a:p>
          <a:p>
            <a:r>
              <a:rPr kumimoji="1" lang="en-US" altLang="zh-CN" sz="1400"/>
              <a:t>output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[1,6,256]</a:t>
            </a:r>
            <a:endParaRPr kumimoji="1" lang="zh-CN" altLang="en-US" sz="1400"/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01893B5D-D90E-7F93-7993-31573ACAE842}"/>
              </a:ext>
            </a:extLst>
          </p:cNvPr>
          <p:cNvSpPr/>
          <p:nvPr/>
        </p:nvSpPr>
        <p:spPr>
          <a:xfrm>
            <a:off x="5464808" y="4540594"/>
            <a:ext cx="2087175" cy="811369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Dense(dim=256)</a:t>
            </a:r>
            <a:endParaRPr kumimoji="1" lang="zh-CN" altLang="en-US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070E47C-1BB0-0CCA-D6CE-8097D3EE6F2A}"/>
              </a:ext>
            </a:extLst>
          </p:cNvPr>
          <p:cNvCxnSpPr>
            <a:stCxn id="6" idx="2"/>
            <a:endCxn id="13" idx="0"/>
          </p:cNvCxnSpPr>
          <p:nvPr/>
        </p:nvCxnSpPr>
        <p:spPr>
          <a:xfrm>
            <a:off x="6508396" y="3924043"/>
            <a:ext cx="0" cy="6165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BD9A9B13-8570-F98A-A35A-02EA0FFB9859}"/>
              </a:ext>
            </a:extLst>
          </p:cNvPr>
          <p:cNvSpPr txBox="1"/>
          <p:nvPr/>
        </p:nvSpPr>
        <p:spPr>
          <a:xfrm>
            <a:off x="3256745" y="4717833"/>
            <a:ext cx="20554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Input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[1,6,512]</a:t>
            </a:r>
          </a:p>
          <a:p>
            <a:r>
              <a:rPr kumimoji="1" lang="en-US" altLang="zh-CN" sz="1400"/>
              <a:t>output</a:t>
            </a:r>
            <a:r>
              <a:rPr kumimoji="1" lang="zh-CN" altLang="en-US" sz="1400"/>
              <a:t> </a:t>
            </a:r>
            <a:r>
              <a:rPr kumimoji="1" lang="en-US" altLang="zh-CN" sz="1400"/>
              <a:t>dim</a:t>
            </a:r>
            <a:r>
              <a:rPr kumimoji="1" lang="zh-CN" altLang="en-US" sz="1400"/>
              <a:t> </a:t>
            </a:r>
            <a:r>
              <a:rPr kumimoji="1" lang="en-US" altLang="zh-CN" sz="1400"/>
              <a:t>[1,6,256]</a:t>
            </a:r>
            <a:endParaRPr kumimoji="1" lang="zh-CN" altLang="en-US" sz="140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BFBAA7A-2117-4A5B-15AF-510E7305618F}"/>
              </a:ext>
            </a:extLst>
          </p:cNvPr>
          <p:cNvSpPr/>
          <p:nvPr/>
        </p:nvSpPr>
        <p:spPr>
          <a:xfrm>
            <a:off x="7937726" y="2781837"/>
            <a:ext cx="2087175" cy="811369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Dense(dim=256)</a:t>
            </a:r>
            <a:endParaRPr kumimoji="1" lang="zh-CN" altLang="en-US"/>
          </a:p>
        </p:txBody>
      </p: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4F9F8E62-E164-4589-41BD-95D7B22CDE21}"/>
              </a:ext>
            </a:extLst>
          </p:cNvPr>
          <p:cNvCxnSpPr>
            <a:stCxn id="13" idx="2"/>
          </p:cNvCxnSpPr>
          <p:nvPr/>
        </p:nvCxnSpPr>
        <p:spPr>
          <a:xfrm flipH="1">
            <a:off x="6508395" y="5351963"/>
            <a:ext cx="1" cy="5465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椭圆 24">
            <a:extLst>
              <a:ext uri="{FF2B5EF4-FFF2-40B4-BE49-F238E27FC236}">
                <a16:creationId xmlns:a16="http://schemas.microsoft.com/office/drawing/2014/main" id="{9CBAE045-3E5B-A233-4C64-54755D3C4A47}"/>
              </a:ext>
            </a:extLst>
          </p:cNvPr>
          <p:cNvSpPr/>
          <p:nvPr/>
        </p:nvSpPr>
        <p:spPr>
          <a:xfrm>
            <a:off x="5677844" y="5887437"/>
            <a:ext cx="1843417" cy="856445"/>
          </a:xfrm>
          <a:prstGeom prst="ellipse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/>
              <a:t>Encoder</a:t>
            </a:r>
            <a:r>
              <a:rPr kumimoji="1" lang="zh-CN" altLang="en-US" sz="1100"/>
              <a:t> </a:t>
            </a:r>
            <a:r>
              <a:rPr kumimoji="1" lang="en-US" altLang="zh-CN" sz="1100"/>
              <a:t>output</a:t>
            </a:r>
            <a:endParaRPr kumimoji="1" lang="zh-CN" altLang="en-US" sz="1100"/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DC66663-5C1C-8A28-9EEA-C3ACD3FD9798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765795" y="3129567"/>
            <a:ext cx="405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846D04D5-4D80-1026-E815-D1BF6A765C9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4828371" y="3168433"/>
            <a:ext cx="7573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00FB697-7F6E-2CF4-1825-D1BE6ABFDB6D}"/>
              </a:ext>
            </a:extLst>
          </p:cNvPr>
          <p:cNvCxnSpPr>
            <a:stCxn id="6" idx="3"/>
          </p:cNvCxnSpPr>
          <p:nvPr/>
        </p:nvCxnSpPr>
        <p:spPr>
          <a:xfrm flipV="1">
            <a:off x="7431113" y="3168432"/>
            <a:ext cx="50661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5C450AD6-16B1-8A5A-53EB-5CB4ABE222CD}"/>
              </a:ext>
            </a:extLst>
          </p:cNvPr>
          <p:cNvSpPr/>
          <p:nvPr/>
        </p:nvSpPr>
        <p:spPr>
          <a:xfrm>
            <a:off x="11060447" y="2863939"/>
            <a:ext cx="826753" cy="647163"/>
          </a:xfrm>
          <a:prstGeom prst="ellipse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c</a:t>
            </a:r>
            <a:endParaRPr kumimoji="1" lang="zh-CN" altLang="en-US"/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83A552DB-E7BE-11DC-E463-0E2950335C5C}"/>
              </a:ext>
            </a:extLst>
          </p:cNvPr>
          <p:cNvCxnSpPr>
            <a:stCxn id="20" idx="3"/>
            <a:endCxn id="33" idx="2"/>
          </p:cNvCxnSpPr>
          <p:nvPr/>
        </p:nvCxnSpPr>
        <p:spPr>
          <a:xfrm flipV="1">
            <a:off x="10024901" y="3187521"/>
            <a:ext cx="103554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0E055EE0-92FD-D050-4FCD-C434107A2BA3}"/>
              </a:ext>
            </a:extLst>
          </p:cNvPr>
          <p:cNvSpPr txBox="1"/>
          <p:nvPr/>
        </p:nvSpPr>
        <p:spPr>
          <a:xfrm>
            <a:off x="10562492" y="3563816"/>
            <a:ext cx="2250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/>
              <a:t>Final</a:t>
            </a:r>
            <a:r>
              <a:rPr kumimoji="1" lang="zh-CN" altLang="en-US" sz="1400"/>
              <a:t> </a:t>
            </a:r>
            <a:r>
              <a:rPr kumimoji="1" lang="en-US" altLang="zh-CN" sz="1400"/>
              <a:t>hidden</a:t>
            </a:r>
            <a:r>
              <a:rPr kumimoji="1" lang="zh-CN" altLang="en-US" sz="1400"/>
              <a:t> </a:t>
            </a:r>
            <a:r>
              <a:rPr kumimoji="1" lang="en-US" altLang="zh-CN" sz="1400"/>
              <a:t>state</a:t>
            </a:r>
            <a:endParaRPr kumimoji="1"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91889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9396CCB3-1F69-EB3F-D9ED-95CC932A9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3" y="1431069"/>
            <a:ext cx="7886944" cy="371435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169D2E8-A77F-746D-47E0-71960EC70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240" y="708338"/>
            <a:ext cx="10691265" cy="798490"/>
          </a:xfrm>
        </p:spPr>
        <p:txBody>
          <a:bodyPr/>
          <a:lstStyle/>
          <a:p>
            <a:r>
              <a:rPr kumimoji="1" lang="en-US" altLang="zh-CN"/>
              <a:t>GRU</a:t>
            </a:r>
            <a:r>
              <a:rPr kumimoji="1" lang="zh-CN" altLang="en-US"/>
              <a:t> </a:t>
            </a:r>
            <a:r>
              <a:rPr lang="en-US" altLang="zh-CN" sz="4000" b="1">
                <a:latin typeface="PingFang SC" panose="020B0400000000000000" pitchFamily="34" charset="-122"/>
                <a:ea typeface="PingFang SC"/>
              </a:rPr>
              <a:t>implementation</a:t>
            </a:r>
            <a:r>
              <a:rPr lang="zh-CN" altLang="en-US" sz="4000" b="1">
                <a:latin typeface="PingFang SC" panose="020B0400000000000000" pitchFamily="34" charset="-122"/>
                <a:ea typeface="PingFang SC"/>
              </a:rPr>
              <a:t>（</a:t>
            </a:r>
            <a:r>
              <a:rPr lang="en-US" altLang="zh-CN" sz="3200" b="1">
                <a:latin typeface="PingFang SC" panose="020B0400000000000000" pitchFamily="34" charset="-122"/>
                <a:ea typeface="PingFang SC"/>
              </a:rPr>
              <a:t>bidirectional</a:t>
            </a:r>
            <a:r>
              <a:rPr lang="zh-CN" altLang="en-US" sz="4000" b="1">
                <a:latin typeface="PingFang SC" panose="020B0400000000000000" pitchFamily="34" charset="-122"/>
                <a:ea typeface="PingFang SC"/>
              </a:rPr>
              <a:t>）</a:t>
            </a:r>
            <a:r>
              <a:rPr kumimoji="1" lang="zh-CN" altLang="en-US"/>
              <a:t>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CB0230C-B7C6-0551-A6FF-91DE97EA7D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0771" y="1383323"/>
            <a:ext cx="3549292" cy="2417817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0187AEE-2BCC-34EF-9F21-F22CE91F7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1443" y="3797921"/>
            <a:ext cx="3561800" cy="1297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6E03C1C-D641-3C0F-85E9-BF3D0890B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15" y="4055792"/>
            <a:ext cx="2397957" cy="2072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6AF622F-F00D-6461-F420-D3794A2E2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78566" y="5247899"/>
            <a:ext cx="4177318" cy="7586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115DDA9-E895-6B17-3604-3906AFC35A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1327" y="5420192"/>
            <a:ext cx="2500326" cy="68716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2667809-877F-81C1-9BE7-8CE1DD68795E}"/>
              </a:ext>
            </a:extLst>
          </p:cNvPr>
          <p:cNvSpPr txBox="1"/>
          <p:nvPr/>
        </p:nvSpPr>
        <p:spPr>
          <a:xfrm>
            <a:off x="706066" y="6073232"/>
            <a:ext cx="823423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1200">
                <a:ea typeface="+mn-lt"/>
                <a:cs typeface="+mn-lt"/>
              </a:rPr>
              <a:t>Source: </a:t>
            </a:r>
            <a:r>
              <a:rPr lang="zh-CN" sz="1200">
                <a:ea typeface="+mn-lt"/>
                <a:cs typeface="+mn-lt"/>
              </a:rPr>
              <a:t>https://github.com/wangshusen/DeepLearning/blob/master/Slides/9_RNN_4.pdf</a:t>
            </a:r>
            <a:endParaRPr lang="zh-CN" sz="1200"/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5C24E557-10DE-DC79-BD2F-DC75B4820BC5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9791490" y="5086350"/>
            <a:ext cx="0" cy="333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ECDC11F0-B6C9-1391-1231-9561C4DE173D}"/>
              </a:ext>
            </a:extLst>
          </p:cNvPr>
          <p:cNvCxnSpPr>
            <a:endCxn id="11" idx="3"/>
          </p:cNvCxnSpPr>
          <p:nvPr/>
        </p:nvCxnSpPr>
        <p:spPr>
          <a:xfrm flipH="1">
            <a:off x="7255884" y="5129213"/>
            <a:ext cx="1345191" cy="49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1681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7C51A4-B293-AA87-61E8-6038EA859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17389"/>
          </a:xfrm>
        </p:spPr>
        <p:txBody>
          <a:bodyPr/>
          <a:lstStyle/>
          <a:p>
            <a:r>
              <a:rPr lang="en-US" altLang="zh-CN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Attention</a:t>
            </a:r>
            <a:r>
              <a:rPr lang="zh-CN" altLang="en-US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implementation</a:t>
            </a:r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5C4040A-FCD0-A4C7-D3AA-B5B937C0FA90}"/>
              </a:ext>
            </a:extLst>
          </p:cNvPr>
          <p:cNvSpPr txBox="1"/>
          <p:nvPr/>
        </p:nvSpPr>
        <p:spPr>
          <a:xfrm>
            <a:off x="735834" y="1684213"/>
            <a:ext cx="10541766" cy="39087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zh-CN" altLang="en-US" sz="2400" b="1">
                <a:latin typeface="PingFang SC" panose="020B0400000000000000" pitchFamily="34" charset="-122"/>
                <a:ea typeface="PingFang SC" panose="020B0400000000000000" pitchFamily="34" charset="-122"/>
              </a:rPr>
              <a:t>Uniform attention </a:t>
            </a:r>
          </a:p>
          <a:p>
            <a:r>
              <a:rPr lang="en-US" altLang="zh-CN" sz="2000" spc="180">
                <a:latin typeface="PingFang SC" panose="020B0400000000000000" pitchFamily="34" charset="-122"/>
                <a:ea typeface="PingFang SC" panose="020B0400000000000000" pitchFamily="34" charset="-122"/>
              </a:rPr>
              <a:t>  Assigns equal weight to each</a:t>
            </a:r>
            <a:r>
              <a:rPr lang="zh-CN" altLang="en-US" sz="2000" spc="18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 spc="180">
                <a:latin typeface="PingFang SC" panose="020B0400000000000000" pitchFamily="34" charset="-122"/>
                <a:ea typeface="PingFang SC" panose="020B0400000000000000" pitchFamily="34" charset="-122"/>
              </a:rPr>
              <a:t>position-specific representation in the output of the encoder</a:t>
            </a:r>
          </a:p>
          <a:p>
            <a:pPr marL="285750" indent="-285750">
              <a:buFont typeface="Arial"/>
              <a:buChar char="•"/>
            </a:pPr>
            <a:r>
              <a:rPr lang="en-US" altLang="zh-CN" sz="2400" b="1" err="1">
                <a:latin typeface="PingFang SC" panose="020B0400000000000000" pitchFamily="34" charset="-122"/>
                <a:ea typeface="PingFang SC" panose="020B0400000000000000" pitchFamily="34" charset="-122"/>
              </a:rPr>
              <a:t>Bahdanau</a:t>
            </a:r>
            <a:r>
              <a:rPr lang="en-US" altLang="zh-CN" sz="2400" b="1">
                <a:latin typeface="PingFang SC" panose="020B0400000000000000" pitchFamily="34" charset="-122"/>
                <a:ea typeface="PingFang SC" panose="020B0400000000000000" pitchFamily="34" charset="-122"/>
              </a:rPr>
              <a:t> attention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：</a:t>
            </a:r>
          </a:p>
          <a:p>
            <a:pPr marL="342900" indent="-342900">
              <a:buAutoNum type="arabicPeriod"/>
            </a:pP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r>
              <a:rPr lang="en" altLang="zh-CN" sz="2000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​Encoder Hidden States​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​: The encoder outputs all hidden states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1​,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2​,...,</a:t>
            </a:r>
            <a:r>
              <a:rPr lang="en" altLang="zh-CN" sz="2000" b="0" i="1" err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hT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(from your GRU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)</a:t>
            </a:r>
            <a:endParaRPr lang="en" altLang="zh-CN" sz="2000" b="0" i="0"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buAutoNum type="arabicPeriod"/>
            </a:pP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For each decoder step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, compute alignment scores between the decoder’s current state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</a:t>
            </a:r>
            <a:r>
              <a:rPr lang="en-US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_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−1​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and all encoder states </a:t>
            </a:r>
            <a:endParaRPr lang="en" altLang="zh-CN" sz="2000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pPr marL="342900" indent="-342900">
              <a:buAutoNum type="arabicPeriod"/>
            </a:pPr>
            <a:r>
              <a:rPr lang="en" altLang="zh-CN" sz="2000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Attention Weights​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​: </a:t>
            </a:r>
            <a:r>
              <a:rPr lang="en" altLang="zh-CN" sz="2000" b="0" i="0" err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Softmax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and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normalize scores to get weights </a:t>
            </a:r>
            <a:r>
              <a:rPr lang="el-GR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α</a:t>
            </a:r>
            <a:r>
              <a:rPr lang="en-US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_</a:t>
            </a:r>
            <a:r>
              <a:rPr lang="en" altLang="zh-CN" sz="2000" b="0" i="1" err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ti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, indicating how much to focus</a:t>
            </a:r>
            <a:r>
              <a:rPr lang="zh-CN" altLang="en-US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on each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h</a:t>
            </a:r>
            <a:r>
              <a:rPr lang="en-US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_</a:t>
            </a:r>
            <a:r>
              <a:rPr lang="en" altLang="zh-CN" sz="2000" b="0" i="1" err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endParaRPr lang="en" altLang="zh-CN" sz="2000" i="1"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sz="2000" i="1">
                <a:latin typeface="PingFang SC" panose="020B0400000000000000" pitchFamily="34" charset="-122"/>
                <a:ea typeface="PingFang SC" panose="020B0400000000000000" pitchFamily="34" charset="-122"/>
              </a:rPr>
              <a:t>4.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​</a:t>
            </a:r>
            <a:r>
              <a:rPr lang="en" altLang="zh-CN" sz="2000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​Context Vector​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​: Compute a weighted sum of encoder states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,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we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call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it</a:t>
            </a:r>
            <a:r>
              <a:rPr lang="zh-CN" altLang="en-US" sz="2000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context</a:t>
            </a:r>
            <a:r>
              <a:rPr lang="en-US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.</a:t>
            </a:r>
          </a:p>
          <a:p>
            <a:r>
              <a:rPr lang="en-US" altLang="zh-CN" sz="2000">
                <a:latin typeface="PingFang SC" panose="020B0400000000000000" pitchFamily="34" charset="-122"/>
                <a:ea typeface="PingFang SC" panose="020B0400000000000000" pitchFamily="34" charset="-122"/>
              </a:rPr>
              <a:t>5.</a:t>
            </a:r>
            <a:r>
              <a:rPr lang="en" altLang="zh-CN" sz="2000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Decoder Integration​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​: Feed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context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 to the decoder to generate 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y</a:t>
            </a:r>
            <a:r>
              <a:rPr lang="en-US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_</a:t>
            </a:r>
            <a:r>
              <a:rPr lang="en" altLang="zh-CN" sz="2000" b="0" i="1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t</a:t>
            </a:r>
            <a:r>
              <a:rPr lang="en" altLang="zh-CN" sz="2000" b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​</a:t>
            </a:r>
            <a:r>
              <a:rPr lang="en" altLang="zh-CN" sz="2000" b="0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329156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E7592-D5FA-7F95-D509-B377892E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Decoder</a:t>
            </a:r>
            <a:r>
              <a:rPr lang="zh-CN" altLang="en-US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sz="4000" b="1">
                <a:latin typeface="PingFang SC" panose="020B0400000000000000" pitchFamily="34" charset="-122"/>
                <a:ea typeface="PingFang SC" panose="020B0400000000000000" pitchFamily="34" charset="-122"/>
              </a:rPr>
              <a:t>implementation</a:t>
            </a:r>
            <a:endParaRPr kumimoji="1"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CEF912F-79B9-81E8-34EB-6C10000FF887}"/>
              </a:ext>
            </a:extLst>
          </p:cNvPr>
          <p:cNvSpPr/>
          <p:nvPr/>
        </p:nvSpPr>
        <p:spPr>
          <a:xfrm>
            <a:off x="502276" y="2137893"/>
            <a:ext cx="1738648" cy="1094704"/>
          </a:xfrm>
          <a:prstGeom prst="ellipse">
            <a:avLst/>
          </a:prstGeom>
          <a:solidFill>
            <a:srgbClr val="00B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b="0" i="0">
                <a:effectLst/>
                <a:latin typeface="ui-monospace"/>
              </a:rPr>
              <a:t>Encoder Final State</a:t>
            </a:r>
            <a:endParaRPr kumimoji="1"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6D55891-89E2-111C-2FB2-4886F4F2F115}"/>
              </a:ext>
            </a:extLst>
          </p:cNvPr>
          <p:cNvSpPr/>
          <p:nvPr/>
        </p:nvSpPr>
        <p:spPr>
          <a:xfrm>
            <a:off x="2832526" y="2148625"/>
            <a:ext cx="1933978" cy="1094704"/>
          </a:xfrm>
          <a:prstGeom prst="ellipse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b="0" i="0">
                <a:effectLst/>
                <a:latin typeface="ui-monospace"/>
              </a:rPr>
              <a:t>Decoder Initialization</a:t>
            </a:r>
            <a:endParaRPr kumimoji="1" lang="zh-CN" altLang="en-US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30BA91C-17C3-E5AC-A2BE-E3C4AE3F5FE7}"/>
              </a:ext>
            </a:extLst>
          </p:cNvPr>
          <p:cNvSpPr/>
          <p:nvPr/>
        </p:nvSpPr>
        <p:spPr>
          <a:xfrm>
            <a:off x="538766" y="3900152"/>
            <a:ext cx="1738648" cy="1094704"/>
          </a:xfrm>
          <a:prstGeom prst="ellipse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" altLang="zh-CN" b="0" i="0">
                <a:effectLst/>
                <a:latin typeface="ui-monospace"/>
              </a:rPr>
              <a:t>Encoder Output</a:t>
            </a:r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43E62A3C-A47C-5211-C84B-AF7A572BDB65}"/>
              </a:ext>
            </a:extLst>
          </p:cNvPr>
          <p:cNvSpPr/>
          <p:nvPr/>
        </p:nvSpPr>
        <p:spPr>
          <a:xfrm>
            <a:off x="5318975" y="3953814"/>
            <a:ext cx="1390918" cy="978794"/>
          </a:xfrm>
          <a:prstGeom prst="round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attention</a:t>
            </a:r>
            <a:endParaRPr kumimoji="1" lang="zh-CN" altLang="en-US"/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B72D74EC-4B4C-8CDA-58E8-5E239D07DE0C}"/>
              </a:ext>
            </a:extLst>
          </p:cNvPr>
          <p:cNvCxnSpPr>
            <a:stCxn id="6" idx="6"/>
            <a:endCxn id="7" idx="1"/>
          </p:cNvCxnSpPr>
          <p:nvPr/>
        </p:nvCxnSpPr>
        <p:spPr>
          <a:xfrm flipV="1">
            <a:off x="2277414" y="4443211"/>
            <a:ext cx="3041561" cy="4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FBEA4ECA-6782-9B2B-E4A5-1A186DA769CC}"/>
              </a:ext>
            </a:extLst>
          </p:cNvPr>
          <p:cNvCxnSpPr>
            <a:stCxn id="4" idx="6"/>
            <a:endCxn id="5" idx="2"/>
          </p:cNvCxnSpPr>
          <p:nvPr/>
        </p:nvCxnSpPr>
        <p:spPr>
          <a:xfrm>
            <a:off x="2240924" y="2685245"/>
            <a:ext cx="591602" cy="107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1DB43373-B817-9220-7367-179650091FA0}"/>
              </a:ext>
            </a:extLst>
          </p:cNvPr>
          <p:cNvCxnSpPr>
            <a:cxnSpLocks/>
            <a:stCxn id="32" idx="2"/>
            <a:endCxn id="7" idx="0"/>
          </p:cNvCxnSpPr>
          <p:nvPr/>
        </p:nvCxnSpPr>
        <p:spPr>
          <a:xfrm flipH="1">
            <a:off x="6014434" y="3116687"/>
            <a:ext cx="6439" cy="8371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B5F711E-A8D9-4AAF-56A0-71505078833D}"/>
              </a:ext>
            </a:extLst>
          </p:cNvPr>
          <p:cNvSpPr/>
          <p:nvPr/>
        </p:nvSpPr>
        <p:spPr>
          <a:xfrm>
            <a:off x="9942489" y="3812146"/>
            <a:ext cx="1893195" cy="1236372"/>
          </a:xfrm>
          <a:prstGeom prst="rect">
            <a:avLst/>
          </a:prstGeom>
          <a:solidFill>
            <a:srgbClr val="92D05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CN"/>
              <a:t>The probability distribution of the output words</a:t>
            </a:r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2055B35-3873-DB7B-9CA1-C809B87A018F}"/>
              </a:ext>
            </a:extLst>
          </p:cNvPr>
          <p:cNvSpPr txBox="1"/>
          <p:nvPr/>
        </p:nvSpPr>
        <p:spPr>
          <a:xfrm>
            <a:off x="5911403" y="5151549"/>
            <a:ext cx="61818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Training</a:t>
            </a:r>
            <a:r>
              <a:rPr kumimoji="1" lang="zh-CN" altLang="en-US"/>
              <a:t> </a:t>
            </a:r>
            <a:r>
              <a:rPr kumimoji="1" lang="en-US" altLang="zh-CN"/>
              <a:t>purpose:</a:t>
            </a:r>
            <a:r>
              <a:rPr kumimoji="1" lang="zh-CN" altLang="en-US"/>
              <a:t>  </a:t>
            </a:r>
            <a:r>
              <a:rPr kumimoji="1" lang="en-US" altLang="zh-CN"/>
              <a:t>embedding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real</a:t>
            </a:r>
            <a:r>
              <a:rPr kumimoji="1" lang="zh-CN" altLang="en-US"/>
              <a:t> </a:t>
            </a:r>
            <a:r>
              <a:rPr kumimoji="1" lang="en-US" altLang="zh-CN"/>
              <a:t>word</a:t>
            </a:r>
            <a:r>
              <a:rPr kumimoji="1" lang="zh-CN" altLang="en-US"/>
              <a:t> </a:t>
            </a:r>
            <a:r>
              <a:rPr kumimoji="1" lang="en-US" altLang="zh-CN"/>
              <a:t>,not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output</a:t>
            </a:r>
            <a:r>
              <a:rPr kumimoji="1" lang="zh-CN" altLang="en-US"/>
              <a:t> </a:t>
            </a:r>
            <a:r>
              <a:rPr kumimoji="1" lang="en-US" altLang="zh-CN"/>
              <a:t>word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model</a:t>
            </a:r>
          </a:p>
          <a:p>
            <a:r>
              <a:rPr kumimoji="1" lang="en" altLang="zh-CN"/>
              <a:t>Inference</a:t>
            </a:r>
            <a:r>
              <a:rPr kumimoji="1" lang="zh-CN" altLang="en-US"/>
              <a:t>：</a:t>
            </a:r>
            <a:r>
              <a:rPr kumimoji="1" lang="en" altLang="zh-CN"/>
              <a:t> embedding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h</a:t>
            </a:r>
            <a:r>
              <a:rPr kumimoji="1" lang="en" altLang="zh-CN" err="1"/>
              <a:t>ighest</a:t>
            </a:r>
            <a:r>
              <a:rPr kumimoji="1" lang="en" altLang="zh-CN"/>
              <a:t> probability word</a:t>
            </a:r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BC35ED-2D1E-76A6-CD21-BAC9219BB36E}"/>
              </a:ext>
            </a:extLst>
          </p:cNvPr>
          <p:cNvSpPr/>
          <p:nvPr/>
        </p:nvSpPr>
        <p:spPr>
          <a:xfrm>
            <a:off x="8177093" y="2343956"/>
            <a:ext cx="1596981" cy="1146220"/>
          </a:xfrm>
          <a:prstGeom prst="rect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GRU</a:t>
            </a:r>
            <a:endParaRPr kumimoji="1" lang="zh-CN" altLang="en-US"/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EFD32151-71FB-0FA3-836A-2D6B095AC0BE}"/>
              </a:ext>
            </a:extLst>
          </p:cNvPr>
          <p:cNvCxnSpPr>
            <a:cxnSpLocks/>
            <a:stCxn id="5" idx="6"/>
            <a:endCxn id="32" idx="1"/>
          </p:cNvCxnSpPr>
          <p:nvPr/>
        </p:nvCxnSpPr>
        <p:spPr>
          <a:xfrm flipV="1">
            <a:off x="4766504" y="2678805"/>
            <a:ext cx="655501" cy="17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95822ABD-581A-F367-2A74-14C4E28B872E}"/>
              </a:ext>
            </a:extLst>
          </p:cNvPr>
          <p:cNvSpPr/>
          <p:nvPr/>
        </p:nvSpPr>
        <p:spPr>
          <a:xfrm>
            <a:off x="5422005" y="2240923"/>
            <a:ext cx="1197735" cy="875764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initial</a:t>
            </a:r>
            <a:r>
              <a:rPr kumimoji="1" lang="zh-CN" altLang="en-US"/>
              <a:t> </a:t>
            </a:r>
            <a:r>
              <a:rPr kumimoji="1" lang="en-US" altLang="zh-CN"/>
              <a:t>state</a:t>
            </a:r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2F8C452B-994F-7482-FE52-44CB4994625C}"/>
              </a:ext>
            </a:extLst>
          </p:cNvPr>
          <p:cNvCxnSpPr>
            <a:cxnSpLocks/>
            <a:stCxn id="32" idx="3"/>
          </p:cNvCxnSpPr>
          <p:nvPr/>
        </p:nvCxnSpPr>
        <p:spPr>
          <a:xfrm>
            <a:off x="6619740" y="2678805"/>
            <a:ext cx="15395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3EF185D4-6E73-1101-2473-658C2C365B31}"/>
              </a:ext>
            </a:extLst>
          </p:cNvPr>
          <p:cNvCxnSpPr>
            <a:cxnSpLocks/>
          </p:cNvCxnSpPr>
          <p:nvPr/>
        </p:nvCxnSpPr>
        <p:spPr>
          <a:xfrm flipH="1">
            <a:off x="6632620" y="2923504"/>
            <a:ext cx="15383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A0E10607-EBB8-307F-3444-17E9F6363802}"/>
              </a:ext>
            </a:extLst>
          </p:cNvPr>
          <p:cNvSpPr txBox="1"/>
          <p:nvPr/>
        </p:nvSpPr>
        <p:spPr>
          <a:xfrm>
            <a:off x="6562116" y="2966763"/>
            <a:ext cx="17000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200"/>
              <a:t>Update</a:t>
            </a:r>
            <a:r>
              <a:rPr kumimoji="1" lang="zh-CN" altLang="en-US" sz="1200"/>
              <a:t> </a:t>
            </a:r>
            <a:r>
              <a:rPr kumimoji="1" lang="en-US" altLang="zh-CN" sz="1200"/>
              <a:t>initial</a:t>
            </a:r>
            <a:r>
              <a:rPr kumimoji="1" lang="zh-CN" altLang="en-US" sz="1200"/>
              <a:t> </a:t>
            </a:r>
            <a:r>
              <a:rPr kumimoji="1" lang="en-US" altLang="zh-CN" sz="1200"/>
              <a:t>state</a:t>
            </a:r>
            <a:endParaRPr kumimoji="1" lang="zh-CN" altLang="en-US" sz="1200"/>
          </a:p>
        </p:txBody>
      </p:sp>
      <p:cxnSp>
        <p:nvCxnSpPr>
          <p:cNvPr id="50" name="肘形连接符 49">
            <a:extLst>
              <a:ext uri="{FF2B5EF4-FFF2-40B4-BE49-F238E27FC236}">
                <a16:creationId xmlns:a16="http://schemas.microsoft.com/office/drawing/2014/main" id="{38231AA1-FD45-CC84-F802-E785DBD9DE9C}"/>
              </a:ext>
            </a:extLst>
          </p:cNvPr>
          <p:cNvCxnSpPr>
            <a:cxnSpLocks/>
            <a:stCxn id="7" idx="3"/>
            <a:endCxn id="20" idx="2"/>
          </p:cNvCxnSpPr>
          <p:nvPr/>
        </p:nvCxnSpPr>
        <p:spPr>
          <a:xfrm flipV="1">
            <a:off x="6709893" y="3490176"/>
            <a:ext cx="2265691" cy="9530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肘形连接符 52">
            <a:extLst>
              <a:ext uri="{FF2B5EF4-FFF2-40B4-BE49-F238E27FC236}">
                <a16:creationId xmlns:a16="http://schemas.microsoft.com/office/drawing/2014/main" id="{22348C0C-36CF-247E-DE8A-80F755ABE99A}"/>
              </a:ext>
            </a:extLst>
          </p:cNvPr>
          <p:cNvCxnSpPr>
            <a:endCxn id="14" idx="1"/>
          </p:cNvCxnSpPr>
          <p:nvPr/>
        </p:nvCxnSpPr>
        <p:spPr>
          <a:xfrm rot="16200000" flipH="1">
            <a:off x="9079605" y="3567448"/>
            <a:ext cx="914400" cy="8113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D3FED336-1C77-2970-567A-D6466435B4DA}"/>
              </a:ext>
            </a:extLst>
          </p:cNvPr>
          <p:cNvCxnSpPr/>
          <p:nvPr/>
        </p:nvCxnSpPr>
        <p:spPr>
          <a:xfrm>
            <a:off x="7650051" y="3889420"/>
            <a:ext cx="0" cy="566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矩形 55">
            <a:extLst>
              <a:ext uri="{FF2B5EF4-FFF2-40B4-BE49-F238E27FC236}">
                <a16:creationId xmlns:a16="http://schemas.microsoft.com/office/drawing/2014/main" id="{8C160DE0-C6CC-B9AD-4B2C-E78772BB1371}"/>
              </a:ext>
            </a:extLst>
          </p:cNvPr>
          <p:cNvSpPr/>
          <p:nvPr/>
        </p:nvSpPr>
        <p:spPr>
          <a:xfrm>
            <a:off x="7113927" y="3501898"/>
            <a:ext cx="1030310" cy="502276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/>
              <a:t>Next</a:t>
            </a:r>
            <a:r>
              <a:rPr kumimoji="1" lang="zh-CN" altLang="en-US" sz="1400"/>
              <a:t> </a:t>
            </a:r>
            <a:r>
              <a:rPr kumimoji="1" lang="en-US" altLang="zh-CN" sz="1400"/>
              <a:t>input</a:t>
            </a:r>
            <a:endParaRPr kumimoji="1" lang="zh-CN" altLang="en-US" sz="140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3137F02-5C2C-6CA3-7CA8-A46E498B09AA}"/>
              </a:ext>
            </a:extLst>
          </p:cNvPr>
          <p:cNvSpPr txBox="1"/>
          <p:nvPr/>
        </p:nvSpPr>
        <p:spPr>
          <a:xfrm>
            <a:off x="7306613" y="4454933"/>
            <a:ext cx="1094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context</a:t>
            </a:r>
            <a:endParaRPr kumimoji="1"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9DDBE5F-ABCB-5D53-CF1C-691E57153883}"/>
              </a:ext>
            </a:extLst>
          </p:cNvPr>
          <p:cNvSpPr txBox="1"/>
          <p:nvPr/>
        </p:nvSpPr>
        <p:spPr>
          <a:xfrm>
            <a:off x="4419600" y="3376248"/>
            <a:ext cx="21687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/>
              <a:t>Calculate</a:t>
            </a:r>
            <a:r>
              <a:rPr kumimoji="1" lang="zh-CN" altLang="en-US" sz="1600"/>
              <a:t> </a:t>
            </a:r>
            <a:r>
              <a:rPr kumimoji="1" lang="en-US" altLang="zh-CN" sz="1600"/>
              <a:t>the</a:t>
            </a:r>
            <a:r>
              <a:rPr kumimoji="1" lang="zh-CN" altLang="en-US" sz="1600"/>
              <a:t> </a:t>
            </a:r>
            <a:r>
              <a:rPr kumimoji="1" lang="en-US" altLang="zh-CN" sz="1600"/>
              <a:t>associate</a:t>
            </a:r>
            <a:r>
              <a:rPr kumimoji="1" lang="zh-CN" altLang="en-US" sz="1600"/>
              <a:t> </a:t>
            </a:r>
            <a:r>
              <a:rPr kumimoji="1" lang="en-US" altLang="zh-CN" sz="1600"/>
              <a:t>score</a:t>
            </a:r>
            <a:r>
              <a:rPr kumimoji="1" lang="zh-CN" altLang="en-US" sz="1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9069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60EB578-C970-4186-B93C-45851BBC6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196CE7-3144-B59B-0BE6-AC5B28FDD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1789" y="909637"/>
            <a:ext cx="6714698" cy="780709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Microsoft YaHei"/>
              </a:rPr>
              <a:t>Results and evaluation</a:t>
            </a:r>
            <a:endParaRPr lang="zh-CN" alt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57D541F-8B1D-4D6A-969A-B9D7473A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D9DF5E-EE56-A41C-AF15-609C26033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1788" y="1701718"/>
            <a:ext cx="6846077" cy="3621329"/>
          </a:xfrm>
        </p:spPr>
        <p:txBody>
          <a:bodyPr lIns="109728" tIns="109728" rIns="109728" bIns="91440" anchor="t">
            <a:normAutofit fontScale="77500" lnSpcReduction="20000"/>
          </a:bodyPr>
          <a:lstStyle/>
          <a:p>
            <a:r>
              <a:rPr lang="zh-CN" altLang="en-US">
                <a:ea typeface="Microsoft YaHei"/>
              </a:rPr>
              <a:t>Evaluation by BLEU</a:t>
            </a:r>
          </a:p>
          <a:p>
            <a:r>
              <a:rPr lang="zh-CN" altLang="en-US">
                <a:ea typeface="Microsoft YaHei"/>
              </a:rPr>
              <a:t>BLEU score 26.1 &gt;20 with 20 epochs</a:t>
            </a:r>
          </a:p>
          <a:p>
            <a:r>
              <a:rPr lang="zh-CN" altLang="en-US">
                <a:ea typeface="Microsoft YaHei"/>
              </a:rPr>
              <a:t>Heat map: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>
                <a:ea typeface="Microsoft YaHei"/>
              </a:rPr>
              <a:t>Diagonal aligenment observed for language with similar word order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>
                <a:ea typeface="Microsoft YaHei"/>
              </a:rPr>
              <a:t>Off-Diagonal alignment when word number is different </a:t>
            </a:r>
          </a:p>
          <a:p>
            <a:r>
              <a:rPr lang="zh-CN" altLang="en-US">
                <a:ea typeface="Microsoft YaHei"/>
              </a:rPr>
              <a:t>Improvement: 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>
                <a:ea typeface="Microsoft YaHei"/>
              </a:rPr>
              <a:t>Complex model, </a:t>
            </a:r>
            <a:r>
              <a:rPr lang="en-US" altLang="en-US" err="1">
                <a:ea typeface="+mn-lt"/>
                <a:cs typeface="+mn-lt"/>
              </a:rPr>
              <a:t>i</a:t>
            </a:r>
            <a:r>
              <a:rPr lang="zh-CN">
                <a:ea typeface="+mn-lt"/>
                <a:cs typeface="+mn-lt"/>
              </a:rPr>
              <a:t>ncrease the number of units in GRU layer</a:t>
            </a:r>
            <a:endParaRPr lang="zh-CN" altLang="en-US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>
                <a:ea typeface="+mn-lt"/>
                <a:cs typeface="+mn-lt"/>
              </a:rPr>
              <a:t> </a:t>
            </a:r>
            <a:r>
              <a:rPr lang="zh-CN" altLang="en-US">
                <a:ea typeface="Microsoft YaHei"/>
              </a:rPr>
              <a:t>Complex dataset, include more rare or unknown words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zh-CN" altLang="en-US">
                <a:ea typeface="Microsoft YaHei"/>
              </a:rPr>
              <a:t>LSTM (Long Short-Term Memory) might be a choice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zh-CN" altLang="en-US">
              <a:ea typeface="Microsoft YaHei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zh-CN" altLang="en-US">
              <a:ea typeface="Microsoft YaHei"/>
            </a:endParaRPr>
          </a:p>
          <a:p>
            <a:endParaRPr lang="zh-CN" altLang="en-US">
              <a:ea typeface="Microsoft YaHei"/>
            </a:endParaRPr>
          </a:p>
          <a:p>
            <a:pPr marL="0" indent="0">
              <a:buNone/>
            </a:pPr>
            <a:endParaRPr lang="zh-CN" altLang="en-US">
              <a:ea typeface="Microsoft YaHei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523A9E-CB4E-4FB6-AF68-C947B50864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51399" y="6134100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CBDD4243-B962-763C-2E94-B3A93356E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3268" y="5853636"/>
            <a:ext cx="7924801" cy="920908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B0CC9059-8389-9431-1712-E5572849F0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370584"/>
            <a:ext cx="4104059" cy="3405354"/>
          </a:xfrm>
          <a:prstGeom prst="rect">
            <a:avLst/>
          </a:prstGeom>
        </p:spPr>
      </p:pic>
      <p:pic>
        <p:nvPicPr>
          <p:cNvPr id="24" name="图片 23" descr="图片包含 正方形&#10;&#10;AI 生成的内容可能不正确。">
            <a:extLst>
              <a:ext uri="{FF2B5EF4-FFF2-40B4-BE49-F238E27FC236}">
                <a16:creationId xmlns:a16="http://schemas.microsoft.com/office/drawing/2014/main" id="{9BF317A1-82AE-0F45-4790-0F040984C6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18" y="0"/>
            <a:ext cx="4112296" cy="341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22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40A611DB-835E-1985-AB72-6204F65696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2698062B-0FE5-7515-C96E-C7C1CD2516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916EDB7-B70D-489C-5B79-B003009E23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399" y="3581399"/>
            <a:ext cx="2836985" cy="2836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5E812A45-5E42-09D8-728D-99D5EA0CE7E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8ACD949-9E56-3272-870C-965D077A2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908" y="859305"/>
            <a:ext cx="4892348" cy="364235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D6E9D04-C512-17CC-9D8C-1ACD87507807}"/>
              </a:ext>
            </a:extLst>
          </p:cNvPr>
          <p:cNvSpPr txBox="1"/>
          <p:nvPr/>
        </p:nvSpPr>
        <p:spPr>
          <a:xfrm>
            <a:off x="5322278" y="2028092"/>
            <a:ext cx="516987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/>
              <a:t>Surprise</a:t>
            </a:r>
            <a:r>
              <a:rPr kumimoji="1" lang="zh-CN" altLang="en-US"/>
              <a:t> </a:t>
            </a:r>
            <a:r>
              <a:rPr kumimoji="1" lang="en-US" altLang="zh-CN"/>
              <a:t>that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model</a:t>
            </a:r>
            <a:r>
              <a:rPr kumimoji="1" lang="zh-CN" altLang="en-US"/>
              <a:t> </a:t>
            </a:r>
            <a:r>
              <a:rPr kumimoji="1" lang="en-US" altLang="zh-CN"/>
              <a:t>could</a:t>
            </a:r>
            <a:r>
              <a:rPr kumimoji="1" lang="zh-CN" altLang="en-US"/>
              <a:t> </a:t>
            </a:r>
            <a:r>
              <a:rPr kumimoji="1" lang="en-US" altLang="zh-CN"/>
              <a:t>catch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key</a:t>
            </a:r>
            <a:r>
              <a:rPr kumimoji="1" lang="zh-CN" altLang="en-US"/>
              <a:t> </a:t>
            </a:r>
            <a:r>
              <a:rPr kumimoji="1" lang="en-US" altLang="zh-CN"/>
              <a:t>word</a:t>
            </a:r>
            <a:r>
              <a:rPr kumimoji="1" lang="zh-CN" altLang="en-US"/>
              <a:t> </a:t>
            </a:r>
            <a:r>
              <a:rPr kumimoji="1" lang="en-US" altLang="zh-CN"/>
              <a:t>like</a:t>
            </a:r>
            <a:r>
              <a:rPr kumimoji="1" lang="zh-CN" altLang="en-US"/>
              <a:t> </a:t>
            </a:r>
            <a:r>
              <a:rPr kumimoji="1" lang="en-US" altLang="zh-CN"/>
              <a:t>Monday</a:t>
            </a:r>
            <a:r>
              <a:rPr kumimoji="1" lang="zh-CN" altLang="en-US"/>
              <a:t> </a:t>
            </a:r>
            <a:r>
              <a:rPr kumimoji="1" lang="en-US" altLang="zh-CN"/>
              <a:t>even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two</a:t>
            </a:r>
            <a:r>
              <a:rPr kumimoji="1" lang="zh-CN" altLang="en-US"/>
              <a:t> </a:t>
            </a:r>
            <a:r>
              <a:rPr kumimoji="1" lang="en-US" altLang="zh-CN"/>
              <a:t>sentences</a:t>
            </a:r>
            <a:r>
              <a:rPr kumimoji="1" lang="zh-CN" altLang="en-US"/>
              <a:t> </a:t>
            </a:r>
            <a:r>
              <a:rPr kumimoji="1" lang="en-US" altLang="zh-CN"/>
              <a:t>have</a:t>
            </a:r>
            <a:r>
              <a:rPr kumimoji="1" lang="zh-CN" altLang="en-US"/>
              <a:t> </a:t>
            </a:r>
            <a:r>
              <a:rPr kumimoji="1" lang="en-US" altLang="zh-CN"/>
              <a:t>different</a:t>
            </a:r>
            <a:r>
              <a:rPr kumimoji="1" lang="zh-CN" altLang="en-US"/>
              <a:t> </a:t>
            </a:r>
            <a:r>
              <a:rPr kumimoji="1" lang="en-US" altLang="zh-CN"/>
              <a:t>length,</a:t>
            </a:r>
            <a:r>
              <a:rPr kumimoji="1" lang="zh-CN" altLang="en-US"/>
              <a:t> </a:t>
            </a:r>
            <a:r>
              <a:rPr kumimoji="1" lang="en-US" altLang="zh-CN"/>
              <a:t>but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challenge</a:t>
            </a:r>
            <a:r>
              <a:rPr kumimoji="1" lang="zh-CN" altLang="en-US"/>
              <a:t> </a:t>
            </a:r>
            <a:r>
              <a:rPr kumimoji="1" lang="en-US" altLang="zh-CN"/>
              <a:t>is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" altLang="zh-CN"/>
              <a:t>indefinite article</a:t>
            </a:r>
            <a:r>
              <a:rPr kumimoji="1" lang="zh-CN" altLang="en-US"/>
              <a:t> </a:t>
            </a:r>
            <a:r>
              <a:rPr kumimoji="1" lang="en-US" altLang="zh-CN"/>
              <a:t>in</a:t>
            </a:r>
            <a:r>
              <a:rPr kumimoji="1" lang="zh-CN" altLang="en-US"/>
              <a:t> </a:t>
            </a:r>
            <a:r>
              <a:rPr kumimoji="1" lang="en-US" altLang="zh-CN"/>
              <a:t>English</a:t>
            </a:r>
            <a:r>
              <a:rPr kumimoji="1" lang="zh-CN" altLang="en-US"/>
              <a:t> </a:t>
            </a:r>
            <a:r>
              <a:rPr kumimoji="1" lang="en-US" altLang="zh-CN"/>
              <a:t>that</a:t>
            </a:r>
            <a:r>
              <a:rPr kumimoji="1" lang="zh-CN" altLang="en-US"/>
              <a:t> </a:t>
            </a:r>
            <a:r>
              <a:rPr kumimoji="1" lang="en-US" altLang="zh-CN"/>
              <a:t>is</a:t>
            </a:r>
            <a:r>
              <a:rPr kumimoji="1" lang="zh-CN" altLang="en-US"/>
              <a:t> </a:t>
            </a:r>
            <a:r>
              <a:rPr kumimoji="1" lang="en-US" altLang="zh-CN"/>
              <a:t>not</a:t>
            </a:r>
            <a:r>
              <a:rPr kumimoji="1" lang="zh-CN" altLang="en-US"/>
              <a:t> </a:t>
            </a:r>
            <a:r>
              <a:rPr kumimoji="1" lang="en-US" altLang="zh-CN"/>
              <a:t>exist</a:t>
            </a:r>
            <a:r>
              <a:rPr kumimoji="1" lang="zh-CN" altLang="en-US"/>
              <a:t> </a:t>
            </a:r>
            <a:r>
              <a:rPr kumimoji="1" lang="en-US" altLang="zh-CN"/>
              <a:t>in</a:t>
            </a:r>
            <a:r>
              <a:rPr kumimoji="1" lang="zh-CN" altLang="en-US"/>
              <a:t> </a:t>
            </a:r>
            <a:r>
              <a:rPr kumimoji="1" lang="en-US" altLang="zh-CN"/>
              <a:t>Swedish,</a:t>
            </a:r>
            <a:r>
              <a:rPr kumimoji="1" lang="zh-CN" altLang="en-US"/>
              <a:t> </a:t>
            </a:r>
            <a:r>
              <a:rPr kumimoji="1" lang="en-US" altLang="zh-CN"/>
              <a:t>so</a:t>
            </a:r>
            <a:r>
              <a:rPr kumimoji="1" lang="zh-CN" altLang="en-US"/>
              <a:t> </a:t>
            </a:r>
            <a:r>
              <a:rPr kumimoji="1" lang="en-US" altLang="zh-CN"/>
              <a:t>we</a:t>
            </a:r>
            <a:r>
              <a:rPr kumimoji="1" lang="zh-CN" altLang="en-US"/>
              <a:t> </a:t>
            </a:r>
            <a:r>
              <a:rPr kumimoji="1" lang="en-US" altLang="zh-CN"/>
              <a:t>need</a:t>
            </a:r>
            <a:r>
              <a:rPr kumimoji="1" lang="zh-CN" altLang="en-US"/>
              <a:t> </a:t>
            </a:r>
            <a:r>
              <a:rPr kumimoji="1" lang="en-US" altLang="zh-CN"/>
              <a:t>to</a:t>
            </a:r>
            <a:r>
              <a:rPr kumimoji="1" lang="zh-CN" altLang="en-US"/>
              <a:t> </a:t>
            </a:r>
            <a:r>
              <a:rPr kumimoji="1" lang="en-US" altLang="zh-CN"/>
              <a:t>improve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word</a:t>
            </a:r>
            <a:r>
              <a:rPr kumimoji="1" lang="zh-CN" altLang="en-US"/>
              <a:t> </a:t>
            </a:r>
            <a:r>
              <a:rPr kumimoji="1" lang="en-US" altLang="zh-CN"/>
              <a:t>dictionary</a:t>
            </a:r>
            <a:r>
              <a:rPr kumimoji="1" lang="zh-CN" altLang="en-US"/>
              <a:t> </a:t>
            </a:r>
            <a:r>
              <a:rPr kumimoji="1" lang="en-US" altLang="zh-CN"/>
              <a:t>to</a:t>
            </a:r>
            <a:r>
              <a:rPr kumimoji="1" lang="zh-CN" altLang="en-US"/>
              <a:t> </a:t>
            </a:r>
            <a:r>
              <a:rPr kumimoji="1" lang="en-US" altLang="zh-CN"/>
              <a:t>improve</a:t>
            </a:r>
            <a:r>
              <a:rPr kumimoji="1" lang="zh-CN" altLang="en-US"/>
              <a:t> </a:t>
            </a:r>
            <a:r>
              <a:rPr kumimoji="1" lang="en-US" altLang="zh-CN"/>
              <a:t>this</a:t>
            </a:r>
            <a:r>
              <a:rPr kumimoji="1" lang="zh-CN" altLang="en-US"/>
              <a:t> </a:t>
            </a:r>
            <a:r>
              <a:rPr kumimoji="1" lang="en-US" altLang="zh-CN"/>
              <a:t>situation,</a:t>
            </a:r>
            <a:r>
              <a:rPr kumimoji="1" lang="zh-CN" altLang="en-US"/>
              <a:t> </a:t>
            </a:r>
            <a:r>
              <a:rPr kumimoji="1" lang="en-US" altLang="zh-CN"/>
              <a:t>For</a:t>
            </a:r>
            <a:r>
              <a:rPr kumimoji="1" lang="zh-CN" altLang="en-US"/>
              <a:t> </a:t>
            </a:r>
            <a:r>
              <a:rPr kumimoji="1" lang="en-US" altLang="zh-CN"/>
              <a:t>example</a:t>
            </a:r>
            <a:r>
              <a:rPr kumimoji="1" lang="zh-CN" altLang="en-US"/>
              <a:t> </a:t>
            </a:r>
            <a:r>
              <a:rPr kumimoji="1" lang="en-US" altLang="zh-CN"/>
              <a:t>,we</a:t>
            </a:r>
            <a:r>
              <a:rPr kumimoji="1" lang="zh-CN" altLang="en-US"/>
              <a:t> </a:t>
            </a:r>
            <a:r>
              <a:rPr kumimoji="1" lang="en-US" altLang="zh-CN"/>
              <a:t>could</a:t>
            </a:r>
            <a:r>
              <a:rPr kumimoji="1" lang="zh-CN" altLang="en-US"/>
              <a:t> </a:t>
            </a:r>
            <a:r>
              <a:rPr kumimoji="1" lang="en-US" altLang="zh-CN"/>
              <a:t>change</a:t>
            </a:r>
            <a:r>
              <a:rPr kumimoji="1" lang="zh-CN" altLang="en-US"/>
              <a:t> </a:t>
            </a:r>
            <a:r>
              <a:rPr kumimoji="1" lang="en-US" altLang="zh-CN"/>
              <a:t>the</a:t>
            </a:r>
            <a:r>
              <a:rPr kumimoji="1" lang="zh-CN" altLang="en-US"/>
              <a:t> </a:t>
            </a:r>
            <a:r>
              <a:rPr kumimoji="1" lang="en-US" altLang="zh-CN"/>
              <a:t>word</a:t>
            </a:r>
            <a:r>
              <a:rPr kumimoji="1" lang="zh-CN" altLang="en-US"/>
              <a:t> </a:t>
            </a:r>
            <a:r>
              <a:rPr lang="en" altLang="zh-CN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Alignment</a:t>
            </a:r>
            <a:r>
              <a:rPr kumimoji="1" lang="zh-CN" altLang="en-US"/>
              <a:t> </a:t>
            </a:r>
            <a:r>
              <a:rPr kumimoji="1" lang="en-US" altLang="zh-CN"/>
              <a:t>into</a:t>
            </a:r>
            <a:r>
              <a:rPr kumimoji="1" lang="zh-CN" altLang="en-US"/>
              <a:t> </a:t>
            </a:r>
            <a:r>
              <a:rPr kumimoji="1" lang="en-US" altLang="zh-CN"/>
              <a:t>phrase</a:t>
            </a:r>
            <a:r>
              <a:rPr kumimoji="1" lang="zh-CN" altLang="en-US"/>
              <a:t> </a:t>
            </a:r>
            <a:r>
              <a:rPr lang="en" altLang="zh-CN" b="1" i="0"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Alignment</a:t>
            </a:r>
            <a:r>
              <a:rPr kumimoji="1" lang="en-US" altLang="zh-CN"/>
              <a:t>.</a:t>
            </a: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453B2E3C-1555-0064-1C89-7DB9E6F8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712" y="1062037"/>
            <a:ext cx="6714698" cy="780709"/>
          </a:xfrm>
        </p:spPr>
        <p:txBody>
          <a:bodyPr>
            <a:normAutofit fontScale="90000"/>
          </a:bodyPr>
          <a:lstStyle/>
          <a:p>
            <a:r>
              <a:rPr lang="zh-CN" altLang="en-US">
                <a:ea typeface="Microsoft YaHei"/>
              </a:rPr>
              <a:t>Results and evaluation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399785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ChronicleVTI</vt:lpstr>
      <vt:lpstr>RNN Machine Translation </vt:lpstr>
      <vt:lpstr>Seq2Seq Model: A Framework for Sequence Transformation</vt:lpstr>
      <vt:lpstr>Build the vocabularies</vt:lpstr>
      <vt:lpstr>Encoder implementation </vt:lpstr>
      <vt:lpstr>GRU implementation（bidirectional） </vt:lpstr>
      <vt:lpstr>Attention implementation</vt:lpstr>
      <vt:lpstr>Decoder implementation</vt:lpstr>
      <vt:lpstr>Results and evaluation</vt:lpstr>
      <vt:lpstr>Results and evaluation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RNN Machine Translation </dc:title>
  <dc:creator/>
  <cp:revision>1</cp:revision>
  <dcterms:created xsi:type="dcterms:W3CDTF">2025-05-11T14:23:56Z</dcterms:created>
  <dcterms:modified xsi:type="dcterms:W3CDTF">2025-05-12T11:28:05Z</dcterms:modified>
</cp:coreProperties>
</file>